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72" r:id="rId3"/>
    <p:sldId id="308" r:id="rId4"/>
    <p:sldId id="311" r:id="rId5"/>
    <p:sldId id="309" r:id="rId6"/>
    <p:sldId id="310" r:id="rId7"/>
    <p:sldId id="261" r:id="rId8"/>
    <p:sldId id="262" r:id="rId9"/>
    <p:sldId id="322" r:id="rId10"/>
    <p:sldId id="296" r:id="rId11"/>
    <p:sldId id="266" r:id="rId12"/>
    <p:sldId id="323" r:id="rId13"/>
    <p:sldId id="295" r:id="rId14"/>
    <p:sldId id="270" r:id="rId15"/>
    <p:sldId id="316" r:id="rId16"/>
    <p:sldId id="318" r:id="rId17"/>
    <p:sldId id="319" r:id="rId18"/>
    <p:sldId id="320" r:id="rId19"/>
    <p:sldId id="321" r:id="rId20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D84479-D82C-764A-2419-9686A864316C}" name="Ingeniero Confiabilidad" initials="IC" userId="S::innovacion.confiabilidad@copower.com.co::8d2f7956-38a7-4f2f-bab8-cd4bf7a98f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172D49"/>
    <a:srgbClr val="D22008"/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7BC0F-EF53-B74C-A982-BBACDC00E6D7}" v="12" dt="2026-08-12T14:22:54.610"/>
    <p1510:client id="{82D5B2BF-AB55-1587-839F-840BCD225C01}" v="174" dt="2026-08-12T04:35:23.134"/>
    <p1510:client id="{B4A6D5FC-EADA-1B32-4B96-D672F73DB359}" v="104" dt="2026-08-12T05:04:41.778"/>
    <p1510:client id="{D46FFE3A-F4FE-ED45-B9AF-773E7D52A2BE}" v="30" dt="2026-08-12T05:17:23.083"/>
    <p1510:client id="{DCDF948B-591E-FAAA-FB1B-E93FD164A737}" v="71" dt="2026-08-12T03:08:55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84"/>
  </p:normalViewPr>
  <p:slideViewPr>
    <p:cSldViewPr snapToGrid="0">
      <p:cViewPr>
        <p:scale>
          <a:sx n="149" d="100"/>
          <a:sy n="149" d="100"/>
        </p:scale>
        <p:origin x="238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eniero Confiabilidad" userId="S::innovacion.confiabilidad@copower.com.co::8d2f7956-38a7-4f2f-bab8-cd4bf7a98f86" providerId="AD" clId="Web-{DCDF948B-591E-FAAA-FB1B-E93FD164A737}"/>
    <pc:docChg chg="addSld delSld modSld sldOrd">
      <pc:chgData name="Ingeniero Confiabilidad" userId="S::innovacion.confiabilidad@copower.com.co::8d2f7956-38a7-4f2f-bab8-cd4bf7a98f86" providerId="AD" clId="Web-{DCDF948B-591E-FAAA-FB1B-E93FD164A737}" dt="2026-08-12T03:08:55.357" v="70"/>
      <pc:docMkLst>
        <pc:docMk/>
      </pc:docMkLst>
      <pc:sldChg chg="addSp delSp modSp ord">
        <pc:chgData name="Ingeniero Confiabilidad" userId="S::innovacion.confiabilidad@copower.com.co::8d2f7956-38a7-4f2f-bab8-cd4bf7a98f86" providerId="AD" clId="Web-{DCDF948B-591E-FAAA-FB1B-E93FD164A737}" dt="2026-08-12T03:08:55.357" v="70"/>
        <pc:sldMkLst>
          <pc:docMk/>
          <pc:sldMk cId="0" sldId="262"/>
        </pc:sldMkLst>
        <pc:spChg chg="mod">
          <ac:chgData name="Ingeniero Confiabilidad" userId="S::innovacion.confiabilidad@copower.com.co::8d2f7956-38a7-4f2f-bab8-cd4bf7a98f86" providerId="AD" clId="Web-{DCDF948B-591E-FAAA-FB1B-E93FD164A737}" dt="2026-08-12T03:08:04.245" v="62" actId="1076"/>
          <ac:spMkLst>
            <pc:docMk/>
            <pc:sldMk cId="0" sldId="262"/>
            <ac:spMk id="4" creationId="{00000000-0000-0000-0000-000000000000}"/>
          </ac:spMkLst>
        </pc:spChg>
        <pc:spChg chg="del">
          <ac:chgData name="Ingeniero Confiabilidad" userId="S::innovacion.confiabilidad@copower.com.co::8d2f7956-38a7-4f2f-bab8-cd4bf7a98f86" providerId="AD" clId="Web-{DCDF948B-591E-FAAA-FB1B-E93FD164A737}" dt="2026-08-12T03:07:18.353" v="58"/>
          <ac:spMkLst>
            <pc:docMk/>
            <pc:sldMk cId="0" sldId="262"/>
            <ac:spMk id="5" creationId="{48F20318-6872-1F82-C035-DCBFBCBE1376}"/>
          </ac:spMkLst>
        </pc:spChg>
        <pc:graphicFrameChg chg="mod">
          <ac:chgData name="Ingeniero Confiabilidad" userId="S::innovacion.confiabilidad@copower.com.co::8d2f7956-38a7-4f2f-bab8-cd4bf7a98f86" providerId="AD" clId="Web-{DCDF948B-591E-FAAA-FB1B-E93FD164A737}" dt="2026-08-12T03:08:00.167" v="61" actId="1076"/>
          <ac:graphicFrameMkLst>
            <pc:docMk/>
            <pc:sldMk cId="0" sldId="262"/>
            <ac:graphicFrameMk id="20" creationId="{00000000-0000-0000-0000-000000000000}"/>
          </ac:graphicFrameMkLst>
        </pc:graphicFrameChg>
        <pc:picChg chg="add del mod">
          <ac:chgData name="Ingeniero Confiabilidad" userId="S::innovacion.confiabilidad@copower.com.co::8d2f7956-38a7-4f2f-bab8-cd4bf7a98f86" providerId="AD" clId="Web-{DCDF948B-591E-FAAA-FB1B-E93FD164A737}" dt="2026-08-12T03:08:55.357" v="70"/>
          <ac:picMkLst>
            <pc:docMk/>
            <pc:sldMk cId="0" sldId="262"/>
            <ac:picMk id="3" creationId="{6BE9540E-D0E2-55B4-12FB-9FC9DAF85A9E}"/>
          </ac:picMkLst>
        </pc:picChg>
        <pc:picChg chg="add del">
          <ac:chgData name="Ingeniero Confiabilidad" userId="S::innovacion.confiabilidad@copower.com.co::8d2f7956-38a7-4f2f-bab8-cd4bf7a98f86" providerId="AD" clId="Web-{DCDF948B-591E-FAAA-FB1B-E93FD164A737}" dt="2026-08-12T03:06:44.617" v="52"/>
          <ac:picMkLst>
            <pc:docMk/>
            <pc:sldMk cId="0" sldId="262"/>
            <ac:picMk id="6" creationId="{B955B38F-9B99-437F-B5F3-42E96D546511}"/>
          </ac:picMkLst>
        </pc:picChg>
      </pc:sldChg>
      <pc:sldChg chg="del">
        <pc:chgData name="Ingeniero Confiabilidad" userId="S::innovacion.confiabilidad@copower.com.co::8d2f7956-38a7-4f2f-bab8-cd4bf7a98f86" providerId="AD" clId="Web-{DCDF948B-591E-FAAA-FB1B-E93FD164A737}" dt="2026-08-12T02:45:22.130" v="41"/>
        <pc:sldMkLst>
          <pc:docMk/>
          <pc:sldMk cId="1594950247" sldId="292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23.412" v="42"/>
        <pc:sldMkLst>
          <pc:docMk/>
          <pc:sldMk cId="860799833" sldId="293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26.662" v="43"/>
        <pc:sldMkLst>
          <pc:docMk/>
          <pc:sldMk cId="3318560651" sldId="297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29.646" v="44"/>
        <pc:sldMkLst>
          <pc:docMk/>
          <pc:sldMk cId="2939259239" sldId="298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37.881" v="46"/>
        <pc:sldMkLst>
          <pc:docMk/>
          <pc:sldMk cId="1951179102" sldId="300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32.928" v="45"/>
        <pc:sldMkLst>
          <pc:docMk/>
          <pc:sldMk cId="2268492705" sldId="301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41.569" v="47"/>
        <pc:sldMkLst>
          <pc:docMk/>
          <pc:sldMk cId="3556733815" sldId="302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44.256" v="48"/>
        <pc:sldMkLst>
          <pc:docMk/>
          <pc:sldMk cId="2311084628" sldId="303"/>
        </pc:sldMkLst>
      </pc:sldChg>
      <pc:sldChg chg="del">
        <pc:chgData name="Ingeniero Confiabilidad" userId="S::innovacion.confiabilidad@copower.com.co::8d2f7956-38a7-4f2f-bab8-cd4bf7a98f86" providerId="AD" clId="Web-{DCDF948B-591E-FAAA-FB1B-E93FD164A737}" dt="2026-08-12T02:45:20.412" v="40"/>
        <pc:sldMkLst>
          <pc:docMk/>
          <pc:sldMk cId="3301977934" sldId="315"/>
        </pc:sldMkLst>
      </pc:sldChg>
      <pc:sldChg chg="modSp">
        <pc:chgData name="Ingeniero Confiabilidad" userId="S::innovacion.confiabilidad@copower.com.co::8d2f7956-38a7-4f2f-bab8-cd4bf7a98f86" providerId="AD" clId="Web-{DCDF948B-591E-FAAA-FB1B-E93FD164A737}" dt="2026-08-12T02:44:57.879" v="37" actId="14100"/>
        <pc:sldMkLst>
          <pc:docMk/>
          <pc:sldMk cId="1928250148" sldId="316"/>
        </pc:sldMkLst>
        <pc:picChg chg="mod">
          <ac:chgData name="Ingeniero Confiabilidad" userId="S::innovacion.confiabilidad@copower.com.co::8d2f7956-38a7-4f2f-bab8-cd4bf7a98f86" providerId="AD" clId="Web-{DCDF948B-591E-FAAA-FB1B-E93FD164A737}" dt="2026-08-12T02:44:57.879" v="37" actId="14100"/>
          <ac:picMkLst>
            <pc:docMk/>
            <pc:sldMk cId="1928250148" sldId="316"/>
            <ac:picMk id="8" creationId="{461D5654-DBC4-1497-1893-51229CC0F439}"/>
          </ac:picMkLst>
        </pc:picChg>
      </pc:sldChg>
      <pc:sldChg chg="del">
        <pc:chgData name="Ingeniero Confiabilidad" userId="S::innovacion.confiabilidad@copower.com.co::8d2f7956-38a7-4f2f-bab8-cd4bf7a98f86" providerId="AD" clId="Web-{DCDF948B-591E-FAAA-FB1B-E93FD164A737}" dt="2026-08-12T02:45:08.849" v="39"/>
        <pc:sldMkLst>
          <pc:docMk/>
          <pc:sldMk cId="3152219299" sldId="317"/>
        </pc:sldMkLst>
      </pc:sldChg>
      <pc:sldChg chg="addSp delSp modSp add replId">
        <pc:chgData name="Ingeniero Confiabilidad" userId="S::innovacion.confiabilidad@copower.com.co::8d2f7956-38a7-4f2f-bab8-cd4bf7a98f86" providerId="AD" clId="Web-{DCDF948B-591E-FAAA-FB1B-E93FD164A737}" dt="2026-08-12T02:40:35.072" v="13" actId="14100"/>
        <pc:sldMkLst>
          <pc:docMk/>
          <pc:sldMk cId="3574211490" sldId="318"/>
        </pc:sldMkLst>
        <pc:picChg chg="add mod">
          <ac:chgData name="Ingeniero Confiabilidad" userId="S::innovacion.confiabilidad@copower.com.co::8d2f7956-38a7-4f2f-bab8-cd4bf7a98f86" providerId="AD" clId="Web-{DCDF948B-591E-FAAA-FB1B-E93FD164A737}" dt="2026-08-12T02:40:35.072" v="13" actId="14100"/>
          <ac:picMkLst>
            <pc:docMk/>
            <pc:sldMk cId="3574211490" sldId="318"/>
            <ac:picMk id="6" creationId="{EF9B2E55-2FC9-CFF2-859C-00FADA00D6A9}"/>
          </ac:picMkLst>
        </pc:picChg>
        <pc:picChg chg="del">
          <ac:chgData name="Ingeniero Confiabilidad" userId="S::innovacion.confiabilidad@copower.com.co::8d2f7956-38a7-4f2f-bab8-cd4bf7a98f86" providerId="AD" clId="Web-{DCDF948B-591E-FAAA-FB1B-E93FD164A737}" dt="2026-08-12T02:39:27.882" v="7"/>
          <ac:picMkLst>
            <pc:docMk/>
            <pc:sldMk cId="3574211490" sldId="318"/>
            <ac:picMk id="8" creationId="{C9D0C9A6-3726-3A27-7AF4-6AAE0A8993DC}"/>
          </ac:picMkLst>
        </pc:picChg>
      </pc:sldChg>
      <pc:sldChg chg="addSp delSp modSp add replId">
        <pc:chgData name="Ingeniero Confiabilidad" userId="S::innovacion.confiabilidad@copower.com.co::8d2f7956-38a7-4f2f-bab8-cd4bf7a98f86" providerId="AD" clId="Web-{DCDF948B-591E-FAAA-FB1B-E93FD164A737}" dt="2026-08-12T02:44:43.363" v="35" actId="14100"/>
        <pc:sldMkLst>
          <pc:docMk/>
          <pc:sldMk cId="3277028725" sldId="319"/>
        </pc:sldMkLst>
        <pc:picChg chg="add mod modCrop">
          <ac:chgData name="Ingeniero Confiabilidad" userId="S::innovacion.confiabilidad@copower.com.co::8d2f7956-38a7-4f2f-bab8-cd4bf7a98f86" providerId="AD" clId="Web-{DCDF948B-591E-FAAA-FB1B-E93FD164A737}" dt="2026-08-12T02:44:43.363" v="35" actId="14100"/>
          <ac:picMkLst>
            <pc:docMk/>
            <pc:sldMk cId="3277028725" sldId="319"/>
            <ac:picMk id="6" creationId="{E9FD0409-AA47-F30E-889A-0944B8102F97}"/>
          </ac:picMkLst>
        </pc:picChg>
        <pc:picChg chg="del">
          <ac:chgData name="Ingeniero Confiabilidad" userId="S::innovacion.confiabilidad@copower.com.co::8d2f7956-38a7-4f2f-bab8-cd4bf7a98f86" providerId="AD" clId="Web-{DCDF948B-591E-FAAA-FB1B-E93FD164A737}" dt="2026-08-12T02:39:25.273" v="6"/>
          <ac:picMkLst>
            <pc:docMk/>
            <pc:sldMk cId="3277028725" sldId="319"/>
            <ac:picMk id="8" creationId="{706B3209-9593-F7BE-BD07-5D11F327693A}"/>
          </ac:picMkLst>
        </pc:picChg>
      </pc:sldChg>
      <pc:sldChg chg="addSp delSp modSp add replId">
        <pc:chgData name="Ingeniero Confiabilidad" userId="S::innovacion.confiabilidad@copower.com.co::8d2f7956-38a7-4f2f-bab8-cd4bf7a98f86" providerId="AD" clId="Web-{DCDF948B-591E-FAAA-FB1B-E93FD164A737}" dt="2026-08-12T02:44:49.176" v="36" actId="14100"/>
        <pc:sldMkLst>
          <pc:docMk/>
          <pc:sldMk cId="20486762" sldId="320"/>
        </pc:sldMkLst>
        <pc:picChg chg="add mod modCrop">
          <ac:chgData name="Ingeniero Confiabilidad" userId="S::innovacion.confiabilidad@copower.com.co::8d2f7956-38a7-4f2f-bab8-cd4bf7a98f86" providerId="AD" clId="Web-{DCDF948B-591E-FAAA-FB1B-E93FD164A737}" dt="2026-08-12T02:44:49.176" v="36" actId="14100"/>
          <ac:picMkLst>
            <pc:docMk/>
            <pc:sldMk cId="20486762" sldId="320"/>
            <ac:picMk id="6" creationId="{2C03BAAC-1E12-7584-CD25-023EA06B00F7}"/>
          </ac:picMkLst>
        </pc:picChg>
        <pc:picChg chg="del">
          <ac:chgData name="Ingeniero Confiabilidad" userId="S::innovacion.confiabilidad@copower.com.co::8d2f7956-38a7-4f2f-bab8-cd4bf7a98f86" providerId="AD" clId="Web-{DCDF948B-591E-FAAA-FB1B-E93FD164A737}" dt="2026-08-12T02:39:22.038" v="5"/>
          <ac:picMkLst>
            <pc:docMk/>
            <pc:sldMk cId="20486762" sldId="320"/>
            <ac:picMk id="8" creationId="{421B40B2-34DE-985C-FAAB-F377C568BB30}"/>
          </ac:picMkLst>
        </pc:picChg>
      </pc:sldChg>
      <pc:sldChg chg="addSp delSp modSp add replId">
        <pc:chgData name="Ingeniero Confiabilidad" userId="S::innovacion.confiabilidad@copower.com.co::8d2f7956-38a7-4f2f-bab8-cd4bf7a98f86" providerId="AD" clId="Web-{DCDF948B-591E-FAAA-FB1B-E93FD164A737}" dt="2026-08-12T02:45:05.114" v="38" actId="14100"/>
        <pc:sldMkLst>
          <pc:docMk/>
          <pc:sldMk cId="2600924227" sldId="321"/>
        </pc:sldMkLst>
        <pc:picChg chg="add mod">
          <ac:chgData name="Ingeniero Confiabilidad" userId="S::innovacion.confiabilidad@copower.com.co::8d2f7956-38a7-4f2f-bab8-cd4bf7a98f86" providerId="AD" clId="Web-{DCDF948B-591E-FAAA-FB1B-E93FD164A737}" dt="2026-08-12T02:45:05.114" v="38" actId="14100"/>
          <ac:picMkLst>
            <pc:docMk/>
            <pc:sldMk cId="2600924227" sldId="321"/>
            <ac:picMk id="6" creationId="{4573AA9D-2F76-C3AF-359F-8E7D756A4B06}"/>
          </ac:picMkLst>
        </pc:picChg>
        <pc:picChg chg="del">
          <ac:chgData name="Ingeniero Confiabilidad" userId="S::innovacion.confiabilidad@copower.com.co::8d2f7956-38a7-4f2f-bab8-cd4bf7a98f86" providerId="AD" clId="Web-{DCDF948B-591E-FAAA-FB1B-E93FD164A737}" dt="2026-08-12T02:39:18.788" v="4"/>
          <ac:picMkLst>
            <pc:docMk/>
            <pc:sldMk cId="2600924227" sldId="321"/>
            <ac:picMk id="8" creationId="{A0C9D91E-0826-E6A9-1AB3-C06A4A326D3B}"/>
          </ac:picMkLst>
        </pc:picChg>
      </pc:sldChg>
    </pc:docChg>
  </pc:docChgLst>
  <pc:docChgLst>
    <pc:chgData name="Ingeniero Confiabilidad" userId="8d2f7956-38a7-4f2f-bab8-cd4bf7a98f86" providerId="ADAL" clId="{01B95D2B-669D-5755-B16C-3F579C46003A}"/>
    <pc:docChg chg="undo custSel addSld delSld modSld sldOrd">
      <pc:chgData name="Ingeniero Confiabilidad" userId="8d2f7956-38a7-4f2f-bab8-cd4bf7a98f86" providerId="ADAL" clId="{01B95D2B-669D-5755-B16C-3F579C46003A}" dt="2026-08-12T15:13:08.321" v="382" actId="20577"/>
      <pc:docMkLst>
        <pc:docMk/>
      </pc:docMkLst>
      <pc:sldChg chg="addSp delSp modSp mod">
        <pc:chgData name="Ingeniero Confiabilidad" userId="8d2f7956-38a7-4f2f-bab8-cd4bf7a98f86" providerId="ADAL" clId="{01B95D2B-669D-5755-B16C-3F579C46003A}" dt="2026-08-12T14:18:00.341" v="263"/>
        <pc:sldMkLst>
          <pc:docMk/>
          <pc:sldMk cId="0" sldId="256"/>
        </pc:sldMkLst>
        <pc:spChg chg="add del mod">
          <ac:chgData name="Ingeniero Confiabilidad" userId="8d2f7956-38a7-4f2f-bab8-cd4bf7a98f86" providerId="ADAL" clId="{01B95D2B-669D-5755-B16C-3F579C46003A}" dt="2026-08-12T14:17:59.030" v="261"/>
          <ac:spMkLst>
            <pc:docMk/>
            <pc:sldMk cId="0" sldId="256"/>
            <ac:spMk id="8" creationId="{11CBCAAD-7D98-E819-A4ED-0E473D35ABA9}"/>
          </ac:spMkLst>
        </pc:spChg>
        <pc:spChg chg="add del mod">
          <ac:chgData name="Ingeniero Confiabilidad" userId="8d2f7956-38a7-4f2f-bab8-cd4bf7a98f86" providerId="ADAL" clId="{01B95D2B-669D-5755-B16C-3F579C46003A}" dt="2026-08-12T14:18:00.341" v="263"/>
          <ac:spMkLst>
            <pc:docMk/>
            <pc:sldMk cId="0" sldId="256"/>
            <ac:spMk id="9" creationId="{59F267AE-E743-7AE3-98F4-1BA57D49E582}"/>
          </ac:spMkLst>
        </pc:spChg>
      </pc:sldChg>
      <pc:sldChg chg="del">
        <pc:chgData name="Ingeniero Confiabilidad" userId="8d2f7956-38a7-4f2f-bab8-cd4bf7a98f86" providerId="ADAL" clId="{01B95D2B-669D-5755-B16C-3F579C46003A}" dt="2026-08-11T22:45:37.544" v="209" actId="2696"/>
        <pc:sldMkLst>
          <pc:docMk/>
          <pc:sldMk cId="0" sldId="258"/>
        </pc:sldMkLst>
      </pc:sldChg>
      <pc:sldChg chg="del">
        <pc:chgData name="Ingeniero Confiabilidad" userId="8d2f7956-38a7-4f2f-bab8-cd4bf7a98f86" providerId="ADAL" clId="{01B95D2B-669D-5755-B16C-3F579C46003A}" dt="2026-08-11T22:45:38.967" v="213" actId="2696"/>
        <pc:sldMkLst>
          <pc:docMk/>
          <pc:sldMk cId="0" sldId="259"/>
        </pc:sldMkLst>
      </pc:sldChg>
      <pc:sldChg chg="del">
        <pc:chgData name="Ingeniero Confiabilidad" userId="8d2f7956-38a7-4f2f-bab8-cd4bf7a98f86" providerId="ADAL" clId="{01B95D2B-669D-5755-B16C-3F579C46003A}" dt="2026-08-11T22:45:43.921" v="214" actId="2696"/>
        <pc:sldMkLst>
          <pc:docMk/>
          <pc:sldMk cId="0" sldId="260"/>
        </pc:sldMkLst>
      </pc:sldChg>
      <pc:sldChg chg="addSp delSp modSp mod ord">
        <pc:chgData name="Ingeniero Confiabilidad" userId="8d2f7956-38a7-4f2f-bab8-cd4bf7a98f86" providerId="ADAL" clId="{01B95D2B-669D-5755-B16C-3F579C46003A}" dt="2026-08-12T14:29:00.076" v="308" actId="1076"/>
        <pc:sldMkLst>
          <pc:docMk/>
          <pc:sldMk cId="0" sldId="261"/>
        </pc:sldMkLst>
        <pc:picChg chg="add mod modCrop">
          <ac:chgData name="Ingeniero Confiabilidad" userId="8d2f7956-38a7-4f2f-bab8-cd4bf7a98f86" providerId="ADAL" clId="{01B95D2B-669D-5755-B16C-3F579C46003A}" dt="2026-08-12T14:29:00.076" v="308" actId="1076"/>
          <ac:picMkLst>
            <pc:docMk/>
            <pc:sldMk cId="0" sldId="261"/>
            <ac:picMk id="7" creationId="{58818867-50A3-0D8A-8150-8CC89CEB39A3}"/>
          </ac:picMkLst>
        </pc:picChg>
        <pc:picChg chg="del">
          <ac:chgData name="Ingeniero Confiabilidad" userId="8d2f7956-38a7-4f2f-bab8-cd4bf7a98f86" providerId="ADAL" clId="{01B95D2B-669D-5755-B16C-3F579C46003A}" dt="2026-08-11T23:13:03.004" v="241" actId="478"/>
          <ac:picMkLst>
            <pc:docMk/>
            <pc:sldMk cId="0" sldId="261"/>
            <ac:picMk id="8" creationId="{5AC3B62D-ADF4-CFE1-5CDB-BB4EA80CE7E5}"/>
          </ac:picMkLst>
        </pc:picChg>
      </pc:sldChg>
      <pc:sldChg chg="modSp mod">
        <pc:chgData name="Ingeniero Confiabilidad" userId="8d2f7956-38a7-4f2f-bab8-cd4bf7a98f86" providerId="ADAL" clId="{01B95D2B-669D-5755-B16C-3F579C46003A}" dt="2026-08-12T14:29:36.661" v="315" actId="1076"/>
        <pc:sldMkLst>
          <pc:docMk/>
          <pc:sldMk cId="0" sldId="262"/>
        </pc:sldMkLst>
        <pc:picChg chg="mod modCrop">
          <ac:chgData name="Ingeniero Confiabilidad" userId="8d2f7956-38a7-4f2f-bab8-cd4bf7a98f86" providerId="ADAL" clId="{01B95D2B-669D-5755-B16C-3F579C46003A}" dt="2026-08-12T14:29:36.661" v="315" actId="1076"/>
          <ac:picMkLst>
            <pc:docMk/>
            <pc:sldMk cId="0" sldId="262"/>
            <ac:picMk id="5" creationId="{344399C1-7C6A-96FC-8B1A-2C09EBEE42D5}"/>
          </ac:picMkLst>
        </pc:picChg>
      </pc:sldChg>
      <pc:sldChg chg="addSp delSp modSp mod">
        <pc:chgData name="Ingeniero Confiabilidad" userId="8d2f7956-38a7-4f2f-bab8-cd4bf7a98f86" providerId="ADAL" clId="{01B95D2B-669D-5755-B16C-3F579C46003A}" dt="2026-08-12T14:36:58.973" v="342" actId="1076"/>
        <pc:sldMkLst>
          <pc:docMk/>
          <pc:sldMk cId="0" sldId="266"/>
        </pc:sldMkLst>
        <pc:picChg chg="del mod modCrop">
          <ac:chgData name="Ingeniero Confiabilidad" userId="8d2f7956-38a7-4f2f-bab8-cd4bf7a98f86" providerId="ADAL" clId="{01B95D2B-669D-5755-B16C-3F579C46003A}" dt="2026-08-12T14:36:50.248" v="338" actId="478"/>
          <ac:picMkLst>
            <pc:docMk/>
            <pc:sldMk cId="0" sldId="266"/>
            <ac:picMk id="3" creationId="{9432113B-526C-3730-D074-AEFCB0FC9D7C}"/>
          </ac:picMkLst>
        </pc:picChg>
        <pc:picChg chg="add mod">
          <ac:chgData name="Ingeniero Confiabilidad" userId="8d2f7956-38a7-4f2f-bab8-cd4bf7a98f86" providerId="ADAL" clId="{01B95D2B-669D-5755-B16C-3F579C46003A}" dt="2026-08-12T14:36:58.973" v="342" actId="1076"/>
          <ac:picMkLst>
            <pc:docMk/>
            <pc:sldMk cId="0" sldId="266"/>
            <ac:picMk id="7" creationId="{34AD09BF-3B8E-3F54-35AD-A8DC11E7C127}"/>
          </ac:picMkLst>
        </pc:picChg>
      </pc:sldChg>
      <pc:sldChg chg="modSp mod">
        <pc:chgData name="Ingeniero Confiabilidad" userId="8d2f7956-38a7-4f2f-bab8-cd4bf7a98f86" providerId="ADAL" clId="{01B95D2B-669D-5755-B16C-3F579C46003A}" dt="2026-08-12T15:13:08.321" v="382" actId="20577"/>
        <pc:sldMkLst>
          <pc:docMk/>
          <pc:sldMk cId="0" sldId="270"/>
        </pc:sldMkLst>
        <pc:spChg chg="mod">
          <ac:chgData name="Ingeniero Confiabilidad" userId="8d2f7956-38a7-4f2f-bab8-cd4bf7a98f86" providerId="ADAL" clId="{01B95D2B-669D-5755-B16C-3F579C46003A}" dt="2026-08-12T15:13:08.321" v="382" actId="20577"/>
          <ac:spMkLst>
            <pc:docMk/>
            <pc:sldMk cId="0" sldId="270"/>
            <ac:spMk id="6" creationId="{3A3AB1DB-22F5-5362-06A6-2DDEF40F722A}"/>
          </ac:spMkLst>
        </pc:spChg>
      </pc:sldChg>
      <pc:sldChg chg="addSp delSp modSp mod">
        <pc:chgData name="Ingeniero Confiabilidad" userId="8d2f7956-38a7-4f2f-bab8-cd4bf7a98f86" providerId="ADAL" clId="{01B95D2B-669D-5755-B16C-3F579C46003A}" dt="2026-08-12T14:27:13.978" v="287" actId="14100"/>
        <pc:sldMkLst>
          <pc:docMk/>
          <pc:sldMk cId="1535327815" sldId="272"/>
        </pc:sldMkLst>
        <pc:picChg chg="add mod">
          <ac:chgData name="Ingeniero Confiabilidad" userId="8d2f7956-38a7-4f2f-bab8-cd4bf7a98f86" providerId="ADAL" clId="{01B95D2B-669D-5755-B16C-3F579C46003A}" dt="2026-08-11T20:09:08.579" v="3" actId="1076"/>
          <ac:picMkLst>
            <pc:docMk/>
            <pc:sldMk cId="1535327815" sldId="272"/>
            <ac:picMk id="3" creationId="{F527C09A-D455-DA33-59FF-8C91C89136EB}"/>
          </ac:picMkLst>
        </pc:picChg>
        <pc:picChg chg="add del mod">
          <ac:chgData name="Ingeniero Confiabilidad" userId="8d2f7956-38a7-4f2f-bab8-cd4bf7a98f86" providerId="ADAL" clId="{01B95D2B-669D-5755-B16C-3F579C46003A}" dt="2026-08-12T14:21:03.825" v="270" actId="478"/>
          <ac:picMkLst>
            <pc:docMk/>
            <pc:sldMk cId="1535327815" sldId="272"/>
            <ac:picMk id="5" creationId="{DF5484F1-493E-816D-DCDF-EF6C514B9DA1}"/>
          </ac:picMkLst>
        </pc:picChg>
        <pc:picChg chg="add mod modCrop">
          <ac:chgData name="Ingeniero Confiabilidad" userId="8d2f7956-38a7-4f2f-bab8-cd4bf7a98f86" providerId="ADAL" clId="{01B95D2B-669D-5755-B16C-3F579C46003A}" dt="2026-08-12T14:27:13.978" v="287" actId="14100"/>
          <ac:picMkLst>
            <pc:docMk/>
            <pc:sldMk cId="1535327815" sldId="272"/>
            <ac:picMk id="6" creationId="{626FA0A1-0932-1521-59F0-5FA246475B80}"/>
          </ac:picMkLst>
        </pc:picChg>
        <pc:picChg chg="del">
          <ac:chgData name="Ingeniero Confiabilidad" userId="8d2f7956-38a7-4f2f-bab8-cd4bf7a98f86" providerId="ADAL" clId="{01B95D2B-669D-5755-B16C-3F579C46003A}" dt="2026-08-12T14:21:15.774" v="271" actId="478"/>
          <ac:picMkLst>
            <pc:docMk/>
            <pc:sldMk cId="1535327815" sldId="272"/>
            <ac:picMk id="7" creationId="{29145DC8-33B2-2337-F494-7E2F11855EAC}"/>
          </ac:picMkLst>
        </pc:picChg>
        <pc:picChg chg="del">
          <ac:chgData name="Ingeniero Confiabilidad" userId="8d2f7956-38a7-4f2f-bab8-cd4bf7a98f86" providerId="ADAL" clId="{01B95D2B-669D-5755-B16C-3F579C46003A}" dt="2026-08-11T20:09:02.934" v="0" actId="478"/>
          <ac:picMkLst>
            <pc:docMk/>
            <pc:sldMk cId="1535327815" sldId="272"/>
            <ac:picMk id="8" creationId="{74208AA4-F3DE-D9C5-6237-779AC732D349}"/>
          </ac:picMkLst>
        </pc:picChg>
      </pc:sldChg>
      <pc:sldChg chg="del">
        <pc:chgData name="Ingeniero Confiabilidad" userId="8d2f7956-38a7-4f2f-bab8-cd4bf7a98f86" providerId="ADAL" clId="{01B95D2B-669D-5755-B16C-3F579C46003A}" dt="2026-08-11T22:45:38.597" v="212" actId="2696"/>
        <pc:sldMkLst>
          <pc:docMk/>
          <pc:sldMk cId="409203845" sldId="273"/>
        </pc:sldMkLst>
      </pc:sldChg>
      <pc:sldChg chg="del">
        <pc:chgData name="Ingeniero Confiabilidad" userId="8d2f7956-38a7-4f2f-bab8-cd4bf7a98f86" providerId="ADAL" clId="{01B95D2B-669D-5755-B16C-3F579C46003A}" dt="2026-08-11T22:45:45.514" v="216" actId="2696"/>
        <pc:sldMkLst>
          <pc:docMk/>
          <pc:sldMk cId="1804831298" sldId="274"/>
        </pc:sldMkLst>
      </pc:sldChg>
      <pc:sldChg chg="del">
        <pc:chgData name="Ingeniero Confiabilidad" userId="8d2f7956-38a7-4f2f-bab8-cd4bf7a98f86" providerId="ADAL" clId="{01B95D2B-669D-5755-B16C-3F579C46003A}" dt="2026-08-11T22:45:46.023" v="217" actId="2696"/>
        <pc:sldMkLst>
          <pc:docMk/>
          <pc:sldMk cId="3554962814" sldId="276"/>
        </pc:sldMkLst>
      </pc:sldChg>
      <pc:sldChg chg="del">
        <pc:chgData name="Ingeniero Confiabilidad" userId="8d2f7956-38a7-4f2f-bab8-cd4bf7a98f86" providerId="ADAL" clId="{01B95D2B-669D-5755-B16C-3F579C46003A}" dt="2026-08-11T22:45:37.925" v="210" actId="2696"/>
        <pc:sldMkLst>
          <pc:docMk/>
          <pc:sldMk cId="3864608589" sldId="283"/>
        </pc:sldMkLst>
      </pc:sldChg>
      <pc:sldChg chg="del">
        <pc:chgData name="Ingeniero Confiabilidad" userId="8d2f7956-38a7-4f2f-bab8-cd4bf7a98f86" providerId="ADAL" clId="{01B95D2B-669D-5755-B16C-3F579C46003A}" dt="2026-08-11T22:45:37.154" v="208" actId="2696"/>
        <pc:sldMkLst>
          <pc:docMk/>
          <pc:sldMk cId="1029767910" sldId="290"/>
        </pc:sldMkLst>
      </pc:sldChg>
      <pc:sldChg chg="del">
        <pc:chgData name="Ingeniero Confiabilidad" userId="8d2f7956-38a7-4f2f-bab8-cd4bf7a98f86" providerId="ADAL" clId="{01B95D2B-669D-5755-B16C-3F579C46003A}" dt="2026-08-11T22:45:44.997" v="215" actId="2696"/>
        <pc:sldMkLst>
          <pc:docMk/>
          <pc:sldMk cId="2415367221" sldId="291"/>
        </pc:sldMkLst>
      </pc:sldChg>
      <pc:sldChg chg="modSp mod">
        <pc:chgData name="Ingeniero Confiabilidad" userId="8d2f7956-38a7-4f2f-bab8-cd4bf7a98f86" providerId="ADAL" clId="{01B95D2B-669D-5755-B16C-3F579C46003A}" dt="2026-08-12T14:44:42.310" v="381" actId="20577"/>
        <pc:sldMkLst>
          <pc:docMk/>
          <pc:sldMk cId="3761763565" sldId="295"/>
        </pc:sldMkLst>
        <pc:spChg chg="mod">
          <ac:chgData name="Ingeniero Confiabilidad" userId="8d2f7956-38a7-4f2f-bab8-cd4bf7a98f86" providerId="ADAL" clId="{01B95D2B-669D-5755-B16C-3F579C46003A}" dt="2026-08-12T14:44:42.310" v="381" actId="20577"/>
          <ac:spMkLst>
            <pc:docMk/>
            <pc:sldMk cId="3761763565" sldId="295"/>
            <ac:spMk id="6" creationId="{69115A9E-488D-E61F-EE7D-F248E81D7C4B}"/>
          </ac:spMkLst>
        </pc:spChg>
      </pc:sldChg>
      <pc:sldChg chg="modSp mod">
        <pc:chgData name="Ingeniero Confiabilidad" userId="8d2f7956-38a7-4f2f-bab8-cd4bf7a98f86" providerId="ADAL" clId="{01B95D2B-669D-5755-B16C-3F579C46003A}" dt="2026-08-12T14:30:39.924" v="328" actId="1076"/>
        <pc:sldMkLst>
          <pc:docMk/>
          <pc:sldMk cId="898960228" sldId="296"/>
        </pc:sldMkLst>
        <pc:picChg chg="mod modCrop">
          <ac:chgData name="Ingeniero Confiabilidad" userId="8d2f7956-38a7-4f2f-bab8-cd4bf7a98f86" providerId="ADAL" clId="{01B95D2B-669D-5755-B16C-3F579C46003A}" dt="2026-08-12T14:30:39.924" v="328" actId="1076"/>
          <ac:picMkLst>
            <pc:docMk/>
            <pc:sldMk cId="898960228" sldId="296"/>
            <ac:picMk id="3" creationId="{8D2E27E5-6F5E-66B4-5AD4-7CDC937CD2C8}"/>
          </ac:picMkLst>
        </pc:picChg>
      </pc:sldChg>
      <pc:sldChg chg="del">
        <pc:chgData name="Ingeniero Confiabilidad" userId="8d2f7956-38a7-4f2f-bab8-cd4bf7a98f86" providerId="ADAL" clId="{01B95D2B-669D-5755-B16C-3F579C46003A}" dt="2026-08-11T22:45:38.250" v="211" actId="2696"/>
        <pc:sldMkLst>
          <pc:docMk/>
          <pc:sldMk cId="2495981564" sldId="306"/>
        </pc:sldMkLst>
      </pc:sldChg>
      <pc:sldChg chg="new">
        <pc:chgData name="Ingeniero Confiabilidad" userId="8d2f7956-38a7-4f2f-bab8-cd4bf7a98f86" providerId="ADAL" clId="{01B95D2B-669D-5755-B16C-3F579C46003A}" dt="2026-08-11T21:42:38.511" v="4" actId="680"/>
        <pc:sldMkLst>
          <pc:docMk/>
          <pc:sldMk cId="3189499694" sldId="307"/>
        </pc:sldMkLst>
      </pc:sldChg>
      <pc:sldChg chg="addSp delSp modSp add mod">
        <pc:chgData name="Ingeniero Confiabilidad" userId="8d2f7956-38a7-4f2f-bab8-cd4bf7a98f86" providerId="ADAL" clId="{01B95D2B-669D-5755-B16C-3F579C46003A}" dt="2026-08-12T14:27:48.720" v="292" actId="1076"/>
        <pc:sldMkLst>
          <pc:docMk/>
          <pc:sldMk cId="1386252735" sldId="308"/>
        </pc:sldMkLst>
        <pc:spChg chg="mod">
          <ac:chgData name="Ingeniero Confiabilidad" userId="8d2f7956-38a7-4f2f-bab8-cd4bf7a98f86" providerId="ADAL" clId="{01B95D2B-669D-5755-B16C-3F579C46003A}" dt="2026-08-11T22:19:54.214" v="128" actId="20577"/>
          <ac:spMkLst>
            <pc:docMk/>
            <pc:sldMk cId="1386252735" sldId="308"/>
            <ac:spMk id="4" creationId="{A19A52C4-C79A-3180-6CC6-61FD268A5B38}"/>
          </ac:spMkLst>
        </pc:spChg>
        <pc:picChg chg="del">
          <ac:chgData name="Ingeniero Confiabilidad" userId="8d2f7956-38a7-4f2f-bab8-cd4bf7a98f86" providerId="ADAL" clId="{01B95D2B-669D-5755-B16C-3F579C46003A}" dt="2026-08-11T21:42:47.431" v="8" actId="478"/>
          <ac:picMkLst>
            <pc:docMk/>
            <pc:sldMk cId="1386252735" sldId="308"/>
            <ac:picMk id="3" creationId="{7CB80204-602B-2753-738D-BC0E38EC02D9}"/>
          </ac:picMkLst>
        </pc:picChg>
        <pc:picChg chg="add mod">
          <ac:chgData name="Ingeniero Confiabilidad" userId="8d2f7956-38a7-4f2f-bab8-cd4bf7a98f86" providerId="ADAL" clId="{01B95D2B-669D-5755-B16C-3F579C46003A}" dt="2026-08-11T21:44:23.155" v="40" actId="1076"/>
          <ac:picMkLst>
            <pc:docMk/>
            <pc:sldMk cId="1386252735" sldId="308"/>
            <ac:picMk id="6" creationId="{FBEC5355-0900-702C-1FE9-1CDB9F0FA442}"/>
          </ac:picMkLst>
        </pc:picChg>
        <pc:picChg chg="mod modCrop">
          <ac:chgData name="Ingeniero Confiabilidad" userId="8d2f7956-38a7-4f2f-bab8-cd4bf7a98f86" providerId="ADAL" clId="{01B95D2B-669D-5755-B16C-3F579C46003A}" dt="2026-08-12T14:27:48.720" v="292" actId="1076"/>
          <ac:picMkLst>
            <pc:docMk/>
            <pc:sldMk cId="1386252735" sldId="308"/>
            <ac:picMk id="8" creationId="{170AE9A0-7B8B-6FA9-DC09-13248CA6FEF2}"/>
          </ac:picMkLst>
        </pc:picChg>
        <pc:picChg chg="add del mod">
          <ac:chgData name="Ingeniero Confiabilidad" userId="8d2f7956-38a7-4f2f-bab8-cd4bf7a98f86" providerId="ADAL" clId="{01B95D2B-669D-5755-B16C-3F579C46003A}" dt="2026-08-11T22:04:24.249" v="50" actId="478"/>
          <ac:picMkLst>
            <pc:docMk/>
            <pc:sldMk cId="1386252735" sldId="308"/>
            <ac:picMk id="8" creationId="{5ADFB016-2F6B-2A05-A96C-DE902829D738}"/>
          </ac:picMkLst>
        </pc:picChg>
      </pc:sldChg>
      <pc:sldChg chg="add del setBg">
        <pc:chgData name="Ingeniero Confiabilidad" userId="8d2f7956-38a7-4f2f-bab8-cd4bf7a98f86" providerId="ADAL" clId="{01B95D2B-669D-5755-B16C-3F579C46003A}" dt="2026-08-11T21:42:42.303" v="6"/>
        <pc:sldMkLst>
          <pc:docMk/>
          <pc:sldMk cId="2297826993" sldId="308"/>
        </pc:sldMkLst>
      </pc:sldChg>
      <pc:sldChg chg="addSp delSp modSp add mod">
        <pc:chgData name="Ingeniero Confiabilidad" userId="8d2f7956-38a7-4f2f-bab8-cd4bf7a98f86" providerId="ADAL" clId="{01B95D2B-669D-5755-B16C-3F579C46003A}" dt="2026-08-12T14:28:32.120" v="303" actId="1076"/>
        <pc:sldMkLst>
          <pc:docMk/>
          <pc:sldMk cId="3456358672" sldId="309"/>
        </pc:sldMkLst>
        <pc:spChg chg="mod">
          <ac:chgData name="Ingeniero Confiabilidad" userId="8d2f7956-38a7-4f2f-bab8-cd4bf7a98f86" providerId="ADAL" clId="{01B95D2B-669D-5755-B16C-3F579C46003A}" dt="2026-08-11T22:19:13.797" v="89" actId="20577"/>
          <ac:spMkLst>
            <pc:docMk/>
            <pc:sldMk cId="3456358672" sldId="309"/>
            <ac:spMk id="4" creationId="{6985DFBD-73BB-9F4D-F3AB-C0EF62E1D55F}"/>
          </ac:spMkLst>
        </pc:spChg>
        <pc:picChg chg="mod modCrop">
          <ac:chgData name="Ingeniero Confiabilidad" userId="8d2f7956-38a7-4f2f-bab8-cd4bf7a98f86" providerId="ADAL" clId="{01B95D2B-669D-5755-B16C-3F579C46003A}" dt="2026-08-12T14:28:32.120" v="303" actId="1076"/>
          <ac:picMkLst>
            <pc:docMk/>
            <pc:sldMk cId="3456358672" sldId="309"/>
            <ac:picMk id="3" creationId="{DAC78D5E-6E7F-F006-BF7A-CFF41FB5D62F}"/>
          </ac:picMkLst>
        </pc:picChg>
        <pc:picChg chg="add mod">
          <ac:chgData name="Ingeniero Confiabilidad" userId="8d2f7956-38a7-4f2f-bab8-cd4bf7a98f86" providerId="ADAL" clId="{01B95D2B-669D-5755-B16C-3F579C46003A}" dt="2026-08-11T22:11:38.172" v="86" actId="1076"/>
          <ac:picMkLst>
            <pc:docMk/>
            <pc:sldMk cId="3456358672" sldId="309"/>
            <ac:picMk id="5" creationId="{3C19D213-FF04-59FC-FAD3-F40C141DC06B}"/>
          </ac:picMkLst>
        </pc:picChg>
        <pc:picChg chg="del">
          <ac:chgData name="Ingeniero Confiabilidad" userId="8d2f7956-38a7-4f2f-bab8-cd4bf7a98f86" providerId="ADAL" clId="{01B95D2B-669D-5755-B16C-3F579C46003A}" dt="2026-08-11T22:11:07.833" v="52" actId="478"/>
          <ac:picMkLst>
            <pc:docMk/>
            <pc:sldMk cId="3456358672" sldId="309"/>
            <ac:picMk id="6" creationId="{83368E8F-6DD4-5319-3B4D-49B8DFAF4188}"/>
          </ac:picMkLst>
        </pc:picChg>
      </pc:sldChg>
      <pc:sldChg chg="modSp add del mod">
        <pc:chgData name="Ingeniero Confiabilidad" userId="8d2f7956-38a7-4f2f-bab8-cd4bf7a98f86" providerId="ADAL" clId="{01B95D2B-669D-5755-B16C-3F579C46003A}" dt="2026-08-11T22:19:26.143" v="106" actId="2696"/>
        <pc:sldMkLst>
          <pc:docMk/>
          <pc:sldMk cId="240766008" sldId="310"/>
        </pc:sldMkLst>
        <pc:spChg chg="mod">
          <ac:chgData name="Ingeniero Confiabilidad" userId="8d2f7956-38a7-4f2f-bab8-cd4bf7a98f86" providerId="ADAL" clId="{01B95D2B-669D-5755-B16C-3F579C46003A}" dt="2026-08-11T22:19:22.433" v="105" actId="20577"/>
          <ac:spMkLst>
            <pc:docMk/>
            <pc:sldMk cId="240766008" sldId="310"/>
            <ac:spMk id="4" creationId="{15DFAC28-2549-4FDC-4543-08AC61BB2209}"/>
          </ac:spMkLst>
        </pc:spChg>
      </pc:sldChg>
      <pc:sldChg chg="addSp delSp modSp add mod ord">
        <pc:chgData name="Ingeniero Confiabilidad" userId="8d2f7956-38a7-4f2f-bab8-cd4bf7a98f86" providerId="ADAL" clId="{01B95D2B-669D-5755-B16C-3F579C46003A}" dt="2026-08-12T14:25:39.188" v="283" actId="14100"/>
        <pc:sldMkLst>
          <pc:docMk/>
          <pc:sldMk cId="2556727285" sldId="310"/>
        </pc:sldMkLst>
        <pc:picChg chg="add mod modCrop">
          <ac:chgData name="Ingeniero Confiabilidad" userId="8d2f7956-38a7-4f2f-bab8-cd4bf7a98f86" providerId="ADAL" clId="{01B95D2B-669D-5755-B16C-3F579C46003A}" dt="2026-08-12T14:25:39.188" v="283" actId="14100"/>
          <ac:picMkLst>
            <pc:docMk/>
            <pc:sldMk cId="2556727285" sldId="310"/>
            <ac:picMk id="5" creationId="{EE483663-2831-D753-BA42-03DAB38236DE}"/>
          </ac:picMkLst>
        </pc:picChg>
        <pc:picChg chg="del">
          <ac:chgData name="Ingeniero Confiabilidad" userId="8d2f7956-38a7-4f2f-bab8-cd4bf7a98f86" providerId="ADAL" clId="{01B95D2B-669D-5755-B16C-3F579C46003A}" dt="2026-08-11T22:20:15.313" v="129" actId="478"/>
          <ac:picMkLst>
            <pc:docMk/>
            <pc:sldMk cId="2556727285" sldId="310"/>
            <ac:picMk id="6" creationId="{1658F462-89FB-E98D-A784-637D5CD95A3F}"/>
          </ac:picMkLst>
        </pc:picChg>
      </pc:sldChg>
      <pc:sldChg chg="addSp delSp modSp add mod ord">
        <pc:chgData name="Ingeniero Confiabilidad" userId="8d2f7956-38a7-4f2f-bab8-cd4bf7a98f86" providerId="ADAL" clId="{01B95D2B-669D-5755-B16C-3F579C46003A}" dt="2026-08-12T14:28:13.908" v="298" actId="14100"/>
        <pc:sldMkLst>
          <pc:docMk/>
          <pc:sldMk cId="2265332362" sldId="311"/>
        </pc:sldMkLst>
        <pc:spChg chg="mod">
          <ac:chgData name="Ingeniero Confiabilidad" userId="8d2f7956-38a7-4f2f-bab8-cd4bf7a98f86" providerId="ADAL" clId="{01B95D2B-669D-5755-B16C-3F579C46003A}" dt="2026-08-12T14:28:09.508" v="296" actId="1076"/>
          <ac:spMkLst>
            <pc:docMk/>
            <pc:sldMk cId="2265332362" sldId="311"/>
            <ac:spMk id="4" creationId="{F5A930C7-69D1-6897-A897-BE0F37938112}"/>
          </ac:spMkLst>
        </pc:spChg>
        <pc:picChg chg="del">
          <ac:chgData name="Ingeniero Confiabilidad" userId="8d2f7956-38a7-4f2f-bab8-cd4bf7a98f86" providerId="ADAL" clId="{01B95D2B-669D-5755-B16C-3F579C46003A}" dt="2026-08-11T22:21:32.716" v="136" actId="478"/>
          <ac:picMkLst>
            <pc:docMk/>
            <pc:sldMk cId="2265332362" sldId="311"/>
            <ac:picMk id="5" creationId="{596CE74E-C4A9-6417-1329-3D920A10F486}"/>
          </ac:picMkLst>
        </pc:picChg>
        <pc:picChg chg="mod modCrop">
          <ac:chgData name="Ingeniero Confiabilidad" userId="8d2f7956-38a7-4f2f-bab8-cd4bf7a98f86" providerId="ADAL" clId="{01B95D2B-669D-5755-B16C-3F579C46003A}" dt="2026-08-12T14:28:13.908" v="298" actId="14100"/>
          <ac:picMkLst>
            <pc:docMk/>
            <pc:sldMk cId="2265332362" sldId="311"/>
            <ac:picMk id="5" creationId="{86F2C61D-B488-34FB-E7B2-0E3CFEA50830}"/>
          </ac:picMkLst>
        </pc:picChg>
        <pc:picChg chg="add mod">
          <ac:chgData name="Ingeniero Confiabilidad" userId="8d2f7956-38a7-4f2f-bab8-cd4bf7a98f86" providerId="ADAL" clId="{01B95D2B-669D-5755-B16C-3F579C46003A}" dt="2026-08-11T22:50:39.172" v="222" actId="1076"/>
          <ac:picMkLst>
            <pc:docMk/>
            <pc:sldMk cId="2265332362" sldId="311"/>
            <ac:picMk id="6" creationId="{582426CA-43E9-3DA4-2F88-CEBFB87B47FB}"/>
          </ac:picMkLst>
        </pc:picChg>
      </pc:sldChg>
      <pc:sldChg chg="delSp modSp add del mod">
        <pc:chgData name="Ingeniero Confiabilidad" userId="8d2f7956-38a7-4f2f-bab8-cd4bf7a98f86" providerId="ADAL" clId="{01B95D2B-669D-5755-B16C-3F579C46003A}" dt="2026-08-11T22:55:11.904" v="240" actId="2696"/>
        <pc:sldMkLst>
          <pc:docMk/>
          <pc:sldMk cId="1579822216" sldId="312"/>
        </pc:sldMkLst>
        <pc:spChg chg="mod">
          <ac:chgData name="Ingeniero Confiabilidad" userId="8d2f7956-38a7-4f2f-bab8-cd4bf7a98f86" providerId="ADAL" clId="{01B95D2B-669D-5755-B16C-3F579C46003A}" dt="2026-08-11T22:44:35.474" v="206"/>
          <ac:spMkLst>
            <pc:docMk/>
            <pc:sldMk cId="1579822216" sldId="312"/>
            <ac:spMk id="4" creationId="{21E859D5-49AD-33DB-1DA3-6428A9C3D198}"/>
          </ac:spMkLst>
        </pc:spChg>
        <pc:picChg chg="del">
          <ac:chgData name="Ingeniero Confiabilidad" userId="8d2f7956-38a7-4f2f-bab8-cd4bf7a98f86" providerId="ADAL" clId="{01B95D2B-669D-5755-B16C-3F579C46003A}" dt="2026-08-11T22:44:36.794" v="207" actId="478"/>
          <ac:picMkLst>
            <pc:docMk/>
            <pc:sldMk cId="1579822216" sldId="312"/>
            <ac:picMk id="5" creationId="{26B82A22-18BF-3D6C-97B9-45EC26C8E8E3}"/>
          </ac:picMkLst>
        </pc:picChg>
      </pc:sldChg>
      <pc:sldChg chg="addSp delSp modSp add mod">
        <pc:chgData name="Ingeniero Confiabilidad" userId="8d2f7956-38a7-4f2f-bab8-cd4bf7a98f86" providerId="ADAL" clId="{01B95D2B-669D-5755-B16C-3F579C46003A}" dt="2026-08-11T22:51:00.878" v="229" actId="1076"/>
        <pc:sldMkLst>
          <pc:docMk/>
          <pc:sldMk cId="1685861534" sldId="313"/>
        </pc:sldMkLst>
        <pc:picChg chg="add mod">
          <ac:chgData name="Ingeniero Confiabilidad" userId="8d2f7956-38a7-4f2f-bab8-cd4bf7a98f86" providerId="ADAL" clId="{01B95D2B-669D-5755-B16C-3F579C46003A}" dt="2026-08-11T22:51:00.878" v="229" actId="1076"/>
          <ac:picMkLst>
            <pc:docMk/>
            <pc:sldMk cId="1685861534" sldId="313"/>
            <ac:picMk id="5" creationId="{A54B085F-B2C4-D723-9B9B-0BAA966A6622}"/>
          </ac:picMkLst>
        </pc:picChg>
        <pc:picChg chg="del">
          <ac:chgData name="Ingeniero Confiabilidad" userId="8d2f7956-38a7-4f2f-bab8-cd4bf7a98f86" providerId="ADAL" clId="{01B95D2B-669D-5755-B16C-3F579C46003A}" dt="2026-08-11T22:50:45.004" v="224" actId="478"/>
          <ac:picMkLst>
            <pc:docMk/>
            <pc:sldMk cId="1685861534" sldId="313"/>
            <ac:picMk id="6" creationId="{0BF4AD00-13C0-CE4B-04FA-E1EE0B40B418}"/>
          </ac:picMkLst>
        </pc:picChg>
      </pc:sldChg>
      <pc:sldChg chg="add ord">
        <pc:chgData name="Ingeniero Confiabilidad" userId="8d2f7956-38a7-4f2f-bab8-cd4bf7a98f86" providerId="ADAL" clId="{01B95D2B-669D-5755-B16C-3F579C46003A}" dt="2026-08-11T22:54:56.557" v="237" actId="20578"/>
        <pc:sldMkLst>
          <pc:docMk/>
          <pc:sldMk cId="1909038563" sldId="314"/>
        </pc:sldMkLst>
      </pc:sldChg>
      <pc:sldChg chg="add">
        <pc:chgData name="Ingeniero Confiabilidad" userId="8d2f7956-38a7-4f2f-bab8-cd4bf7a98f86" providerId="ADAL" clId="{01B95D2B-669D-5755-B16C-3F579C46003A}" dt="2026-08-11T22:55:04.335" v="238" actId="2890"/>
        <pc:sldMkLst>
          <pc:docMk/>
          <pc:sldMk cId="3301977934" sldId="315"/>
        </pc:sldMkLst>
      </pc:sldChg>
      <pc:sldChg chg="addSp delSp modSp add mod">
        <pc:chgData name="Ingeniero Confiabilidad" userId="8d2f7956-38a7-4f2f-bab8-cd4bf7a98f86" providerId="ADAL" clId="{01B95D2B-669D-5755-B16C-3F579C46003A}" dt="2026-08-12T00:30:05.562" v="252" actId="1076"/>
        <pc:sldMkLst>
          <pc:docMk/>
          <pc:sldMk cId="1928250148" sldId="316"/>
        </pc:sldMkLst>
        <pc:picChg chg="del">
          <ac:chgData name="Ingeniero Confiabilidad" userId="8d2f7956-38a7-4f2f-bab8-cd4bf7a98f86" providerId="ADAL" clId="{01B95D2B-669D-5755-B16C-3F579C46003A}" dt="2026-08-12T00:29:24.871" v="248" actId="478"/>
          <ac:picMkLst>
            <pc:docMk/>
            <pc:sldMk cId="1928250148" sldId="316"/>
            <ac:picMk id="7" creationId="{AA61F8AE-409F-D91F-A32D-7E36EE9DF727}"/>
          </ac:picMkLst>
        </pc:picChg>
        <pc:picChg chg="add mod">
          <ac:chgData name="Ingeniero Confiabilidad" userId="8d2f7956-38a7-4f2f-bab8-cd4bf7a98f86" providerId="ADAL" clId="{01B95D2B-669D-5755-B16C-3F579C46003A}" dt="2026-08-12T00:30:05.562" v="252" actId="1076"/>
          <ac:picMkLst>
            <pc:docMk/>
            <pc:sldMk cId="1928250148" sldId="316"/>
            <ac:picMk id="8" creationId="{461D5654-DBC4-1497-1893-51229CC0F439}"/>
          </ac:picMkLst>
        </pc:picChg>
      </pc:sldChg>
      <pc:sldChg chg="delSp add mod">
        <pc:chgData name="Ingeniero Confiabilidad" userId="8d2f7956-38a7-4f2f-bab8-cd4bf7a98f86" providerId="ADAL" clId="{01B95D2B-669D-5755-B16C-3F579C46003A}" dt="2026-08-12T00:30:10.563" v="254" actId="478"/>
        <pc:sldMkLst>
          <pc:docMk/>
          <pc:sldMk cId="3152219299" sldId="317"/>
        </pc:sldMkLst>
        <pc:picChg chg="del">
          <ac:chgData name="Ingeniero Confiabilidad" userId="8d2f7956-38a7-4f2f-bab8-cd4bf7a98f86" providerId="ADAL" clId="{01B95D2B-669D-5755-B16C-3F579C46003A}" dt="2026-08-12T00:30:10.563" v="254" actId="478"/>
          <ac:picMkLst>
            <pc:docMk/>
            <pc:sldMk cId="3152219299" sldId="317"/>
            <ac:picMk id="8" creationId="{47560CE9-1A1E-7187-4D55-3E265FB97CCA}"/>
          </ac:picMkLst>
        </pc:picChg>
      </pc:sldChg>
      <pc:sldChg chg="modSp mod">
        <pc:chgData name="Ingeniero Confiabilidad" userId="8d2f7956-38a7-4f2f-bab8-cd4bf7a98f86" providerId="ADAL" clId="{01B95D2B-669D-5755-B16C-3F579C46003A}" dt="2026-08-12T14:30:12.856" v="321" actId="732"/>
        <pc:sldMkLst>
          <pc:docMk/>
          <pc:sldMk cId="3126625364" sldId="322"/>
        </pc:sldMkLst>
        <pc:picChg chg="mod modCrop">
          <ac:chgData name="Ingeniero Confiabilidad" userId="8d2f7956-38a7-4f2f-bab8-cd4bf7a98f86" providerId="ADAL" clId="{01B95D2B-669D-5755-B16C-3F579C46003A}" dt="2026-08-12T14:30:12.856" v="321" actId="732"/>
          <ac:picMkLst>
            <pc:docMk/>
            <pc:sldMk cId="3126625364" sldId="322"/>
            <ac:picMk id="6" creationId="{07FA396F-C01F-531E-9ADB-CF9C52565AE2}"/>
          </ac:picMkLst>
        </pc:picChg>
      </pc:sldChg>
      <pc:sldChg chg="addSp delSp modSp mod">
        <pc:chgData name="Ingeniero Confiabilidad" userId="8d2f7956-38a7-4f2f-bab8-cd4bf7a98f86" providerId="ADAL" clId="{01B95D2B-669D-5755-B16C-3F579C46003A}" dt="2026-08-12T14:40:42.783" v="353" actId="1076"/>
        <pc:sldMkLst>
          <pc:docMk/>
          <pc:sldMk cId="1741781445" sldId="323"/>
        </pc:sldMkLst>
        <pc:spChg chg="del">
          <ac:chgData name="Ingeniero Confiabilidad" userId="8d2f7956-38a7-4f2f-bab8-cd4bf7a98f86" providerId="ADAL" clId="{01B95D2B-669D-5755-B16C-3F579C46003A}" dt="2026-08-12T14:31:40.653" v="335" actId="478"/>
          <ac:spMkLst>
            <pc:docMk/>
            <pc:sldMk cId="1741781445" sldId="323"/>
            <ac:spMk id="2" creationId="{CA30BBEB-8081-4001-F52D-08FF3E2DED8E}"/>
          </ac:spMkLst>
        </pc:spChg>
        <pc:spChg chg="add del mod">
          <ac:chgData name="Ingeniero Confiabilidad" userId="8d2f7956-38a7-4f2f-bab8-cd4bf7a98f86" providerId="ADAL" clId="{01B95D2B-669D-5755-B16C-3F579C46003A}" dt="2026-08-12T14:17:52.440" v="257"/>
          <ac:spMkLst>
            <pc:docMk/>
            <pc:sldMk cId="1741781445" sldId="323"/>
            <ac:spMk id="3" creationId="{9D0CD8D0-2AAC-3A94-2DE5-A0C9EB9CDA71}"/>
          </ac:spMkLst>
        </pc:spChg>
        <pc:picChg chg="del">
          <ac:chgData name="Ingeniero Confiabilidad" userId="8d2f7956-38a7-4f2f-bab8-cd4bf7a98f86" providerId="ADAL" clId="{01B95D2B-669D-5755-B16C-3F579C46003A}" dt="2026-08-12T14:31:38.531" v="334" actId="478"/>
          <ac:picMkLst>
            <pc:docMk/>
            <pc:sldMk cId="1741781445" sldId="323"/>
            <ac:picMk id="7" creationId="{348F5FBC-4FF5-B6F6-6F91-175584E84FDE}"/>
          </ac:picMkLst>
        </pc:picChg>
        <pc:picChg chg="add del mod">
          <ac:chgData name="Ingeniero Confiabilidad" userId="8d2f7956-38a7-4f2f-bab8-cd4bf7a98f86" providerId="ADAL" clId="{01B95D2B-669D-5755-B16C-3F579C46003A}" dt="2026-08-12T14:40:36.234" v="348" actId="478"/>
          <ac:picMkLst>
            <pc:docMk/>
            <pc:sldMk cId="1741781445" sldId="323"/>
            <ac:picMk id="8" creationId="{4FCE69A4-92C4-870E-12D6-4EE0E10ED2A1}"/>
          </ac:picMkLst>
        </pc:picChg>
        <pc:picChg chg="add mod">
          <ac:chgData name="Ingeniero Confiabilidad" userId="8d2f7956-38a7-4f2f-bab8-cd4bf7a98f86" providerId="ADAL" clId="{01B95D2B-669D-5755-B16C-3F579C46003A}" dt="2026-08-12T14:40:42.783" v="353" actId="1076"/>
          <ac:picMkLst>
            <pc:docMk/>
            <pc:sldMk cId="1741781445" sldId="323"/>
            <ac:picMk id="10" creationId="{1C811569-11B9-35BD-BF7C-0D279F7F209C}"/>
          </ac:picMkLst>
        </pc:picChg>
      </pc:sldChg>
    </pc:docChg>
  </pc:docChgLst>
  <pc:docChgLst>
    <pc:chgData name="Ingeniero Confiabilidad" userId="S::innovacion.confiabilidad@copower.com.co::8d2f7956-38a7-4f2f-bab8-cd4bf7a98f86" providerId="AD" clId="Web-{B4A6D5FC-EADA-1B32-4B96-D672F73DB359}"/>
    <pc:docChg chg="modSld">
      <pc:chgData name="Ingeniero Confiabilidad" userId="S::innovacion.confiabilidad@copower.com.co::8d2f7956-38a7-4f2f-bab8-cd4bf7a98f86" providerId="AD" clId="Web-{B4A6D5FC-EADA-1B32-4B96-D672F73DB359}" dt="2026-08-12T05:04:41.778" v="102" actId="1076"/>
      <pc:docMkLst>
        <pc:docMk/>
      </pc:docMkLst>
      <pc:sldChg chg="modSp">
        <pc:chgData name="Ingeniero Confiabilidad" userId="S::innovacion.confiabilidad@copower.com.co::8d2f7956-38a7-4f2f-bab8-cd4bf7a98f86" providerId="AD" clId="Web-{B4A6D5FC-EADA-1B32-4B96-D672F73DB359}" dt="2026-08-12T04:45:01.262" v="10" actId="20577"/>
        <pc:sldMkLst>
          <pc:docMk/>
          <pc:sldMk cId="0" sldId="256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45:01.262" v="10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1:59.996" v="53" actId="14100"/>
        <pc:sldMkLst>
          <pc:docMk/>
          <pc:sldMk cId="0" sldId="261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54.496" v="51" actId="1076"/>
          <ac:spMkLst>
            <pc:docMk/>
            <pc:sldMk cId="0" sldId="261"/>
            <ac:spMk id="4" creationId="{00000000-0000-0000-0000-000000000000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49:19.091" v="25"/>
          <ac:graphicFrameMkLst>
            <pc:docMk/>
            <pc:sldMk cId="0" sldId="261"/>
            <ac:graphicFrameMk id="3" creationId="{1E49B728-2BEF-57E6-AC8E-C324F9CC437A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1:59.996" v="53" actId="14100"/>
          <ac:picMkLst>
            <pc:docMk/>
            <pc:sldMk cId="0" sldId="261"/>
            <ac:picMk id="7" creationId="{58818867-50A3-0D8A-8150-8CC89CEB39A3}"/>
          </ac:picMkLst>
        </pc:picChg>
      </pc:sldChg>
      <pc:sldChg chg="modSp">
        <pc:chgData name="Ingeniero Confiabilidad" userId="S::innovacion.confiabilidad@copower.com.co::8d2f7956-38a7-4f2f-bab8-cd4bf7a98f86" providerId="AD" clId="Web-{B4A6D5FC-EADA-1B32-4B96-D672F73DB359}" dt="2026-08-12T04:57:45.862" v="85" actId="14100"/>
        <pc:sldMkLst>
          <pc:docMk/>
          <pc:sldMk cId="0" sldId="262"/>
        </pc:sldMkLst>
        <pc:picChg chg="mod">
          <ac:chgData name="Ingeniero Confiabilidad" userId="S::innovacion.confiabilidad@copower.com.co::8d2f7956-38a7-4f2f-bab8-cd4bf7a98f86" providerId="AD" clId="Web-{B4A6D5FC-EADA-1B32-4B96-D672F73DB359}" dt="2026-08-12T04:57:45.862" v="85" actId="14100"/>
          <ac:picMkLst>
            <pc:docMk/>
            <pc:sldMk cId="0" sldId="262"/>
            <ac:picMk id="5" creationId="{344399C1-7C6A-96FC-8B1A-2C09EBEE42D5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7:56.565" v="86" actId="1076"/>
        <pc:sldMkLst>
          <pc:docMk/>
          <pc:sldMk cId="0" sldId="266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3:34.611" v="72" actId="1076"/>
          <ac:spMkLst>
            <pc:docMk/>
            <pc:sldMk cId="0" sldId="266"/>
            <ac:spMk id="4" creationId="{00000000-0000-0000-0000-000000000000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50:33.251" v="40"/>
          <ac:graphicFrameMkLst>
            <pc:docMk/>
            <pc:sldMk cId="0" sldId="266"/>
            <ac:graphicFrameMk id="20" creationId="{00000000-0000-0000-0000-000000000000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7:56.565" v="86" actId="1076"/>
          <ac:picMkLst>
            <pc:docMk/>
            <pc:sldMk cId="0" sldId="266"/>
            <ac:picMk id="3" creationId="{9432113B-526C-3730-D074-AEFCB0FC9D7C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4:06.504" v="79" actId="1076"/>
        <pc:sldMkLst>
          <pc:docMk/>
          <pc:sldMk cId="0" sldId="270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4:03.801" v="78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Ingeniero Confiabilidad" userId="S::innovacion.confiabilidad@copower.com.co::8d2f7956-38a7-4f2f-bab8-cd4bf7a98f86" providerId="AD" clId="Web-{B4A6D5FC-EADA-1B32-4B96-D672F73DB359}" dt="2026-08-12T04:54:06.504" v="79" actId="1076"/>
          <ac:spMkLst>
            <pc:docMk/>
            <pc:sldMk cId="0" sldId="270"/>
            <ac:spMk id="6" creationId="{3A3AB1DB-22F5-5362-06A6-2DDEF40F722A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50:43.908" v="42"/>
          <ac:graphicFrameMkLst>
            <pc:docMk/>
            <pc:sldMk cId="0" sldId="270"/>
            <ac:graphicFrameMk id="20" creationId="{00000000-0000-0000-0000-000000000000}"/>
          </ac:graphicFrameMkLst>
        </pc:graphicFrameChg>
      </pc:sldChg>
      <pc:sldChg chg="addSp delSp modSp">
        <pc:chgData name="Ingeniero Confiabilidad" userId="S::innovacion.confiabilidad@copower.com.co::8d2f7956-38a7-4f2f-bab8-cd4bf7a98f86" providerId="AD" clId="Web-{B4A6D5FC-EADA-1B32-4B96-D672F73DB359}" dt="2026-08-12T05:04:41.778" v="102" actId="1076"/>
        <pc:sldMkLst>
          <pc:docMk/>
          <pc:sldMk cId="1535327815" sldId="272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12.863" v="43" actId="1076"/>
          <ac:spMkLst>
            <pc:docMk/>
            <pc:sldMk cId="1535327815" sldId="272"/>
            <ac:spMk id="4" creationId="{C68D67E3-1239-951B-ED1C-B300928297B9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48:27.994" v="14"/>
          <ac:graphicFrameMkLst>
            <pc:docMk/>
            <pc:sldMk cId="1535327815" sldId="272"/>
            <ac:graphicFrameMk id="9" creationId="{F3669BD3-7E13-780F-F4C0-3898066B0D06}"/>
          </ac:graphicFrameMkLst>
        </pc:graphicFrameChg>
        <pc:picChg chg="add del mod">
          <ac:chgData name="Ingeniero Confiabilidad" userId="S::innovacion.confiabilidad@copower.com.co::8d2f7956-38a7-4f2f-bab8-cd4bf7a98f86" providerId="AD" clId="Web-{B4A6D5FC-EADA-1B32-4B96-D672F73DB359}" dt="2026-08-12T05:02:56.802" v="93"/>
          <ac:picMkLst>
            <pc:docMk/>
            <pc:sldMk cId="1535327815" sldId="272"/>
            <ac:picMk id="3" creationId="{61E8D954-5B34-B15A-1ACB-20622F19B201}"/>
          </ac:picMkLst>
        </pc:picChg>
        <pc:picChg chg="del">
          <ac:chgData name="Ingeniero Confiabilidad" userId="S::innovacion.confiabilidad@copower.com.co::8d2f7956-38a7-4f2f-bab8-cd4bf7a98f86" providerId="AD" clId="Web-{B4A6D5FC-EADA-1B32-4B96-D672F73DB359}" dt="2026-08-12T04:37:03.449" v="3"/>
          <ac:picMkLst>
            <pc:docMk/>
            <pc:sldMk cId="1535327815" sldId="272"/>
            <ac:picMk id="5" creationId="{B9AC3A4A-9CAD-D32E-E0F2-9A8AF3140C1E}"/>
          </ac:picMkLst>
        </pc:picChg>
        <pc:picChg chg="add del mod">
          <ac:chgData name="Ingeniero Confiabilidad" userId="S::innovacion.confiabilidad@copower.com.co::8d2f7956-38a7-4f2f-bab8-cd4bf7a98f86" providerId="AD" clId="Web-{B4A6D5FC-EADA-1B32-4B96-D672F73DB359}" dt="2026-08-12T05:04:18.683" v="99"/>
          <ac:picMkLst>
            <pc:docMk/>
            <pc:sldMk cId="1535327815" sldId="272"/>
            <ac:picMk id="6" creationId="{A24F7A19-5D7F-1D20-9CFC-289DF7B40A71}"/>
          </ac:picMkLst>
        </pc:picChg>
        <pc:picChg chg="add mod">
          <ac:chgData name="Ingeniero Confiabilidad" userId="S::innovacion.confiabilidad@copower.com.co::8d2f7956-38a7-4f2f-bab8-cd4bf7a98f86" providerId="AD" clId="Web-{B4A6D5FC-EADA-1B32-4B96-D672F73DB359}" dt="2026-08-12T05:04:41.778" v="102" actId="1076"/>
          <ac:picMkLst>
            <pc:docMk/>
            <pc:sldMk cId="1535327815" sldId="272"/>
            <ac:picMk id="7" creationId="{29145DC8-33B2-2337-F494-7E2F11855EAC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3:58.394" v="77" actId="1076"/>
        <pc:sldMkLst>
          <pc:docMk/>
          <pc:sldMk cId="3761763565" sldId="295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3:55.035" v="76" actId="1076"/>
          <ac:spMkLst>
            <pc:docMk/>
            <pc:sldMk cId="3761763565" sldId="295"/>
            <ac:spMk id="4" creationId="{36DB21E0-ED6C-25C1-41E0-37011E096C5A}"/>
          </ac:spMkLst>
        </pc:spChg>
        <pc:spChg chg="mod">
          <ac:chgData name="Ingeniero Confiabilidad" userId="S::innovacion.confiabilidad@copower.com.co::8d2f7956-38a7-4f2f-bab8-cd4bf7a98f86" providerId="AD" clId="Web-{B4A6D5FC-EADA-1B32-4B96-D672F73DB359}" dt="2026-08-12T04:53:58.394" v="77" actId="1076"/>
          <ac:spMkLst>
            <pc:docMk/>
            <pc:sldMk cId="3761763565" sldId="295"/>
            <ac:spMk id="6" creationId="{69115A9E-488D-E61F-EE7D-F248E81D7C4B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50:38.799" v="41"/>
          <ac:graphicFrameMkLst>
            <pc:docMk/>
            <pc:sldMk cId="3761763565" sldId="295"/>
            <ac:graphicFrameMk id="20" creationId="{397A9D25-1E76-B7CF-CCBE-9C353D2ABECB}"/>
          </ac:graphicFrameMkLst>
        </pc:graphicFrame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3:30.127" v="71" actId="1076"/>
        <pc:sldMkLst>
          <pc:docMk/>
          <pc:sldMk cId="898960228" sldId="296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3:28.095" v="70" actId="1076"/>
          <ac:spMkLst>
            <pc:docMk/>
            <pc:sldMk cId="898960228" sldId="296"/>
            <ac:spMk id="4" creationId="{80A87500-E30B-5087-3D98-3E93D79F124C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50:27.782" v="39"/>
          <ac:graphicFrameMkLst>
            <pc:docMk/>
            <pc:sldMk cId="898960228" sldId="296"/>
            <ac:graphicFrameMk id="20" creationId="{5052AFBD-52F4-FC10-AA6F-4B2B1435D888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3:30.127" v="71" actId="1076"/>
          <ac:picMkLst>
            <pc:docMk/>
            <pc:sldMk cId="898960228" sldId="296"/>
            <ac:picMk id="3" creationId="{8D2E27E5-6F5E-66B4-5AD4-7CDC937CD2C8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1:19.504" v="44" actId="1076"/>
        <pc:sldMkLst>
          <pc:docMk/>
          <pc:sldMk cId="1386252735" sldId="308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19.504" v="44" actId="1076"/>
          <ac:spMkLst>
            <pc:docMk/>
            <pc:sldMk cId="1386252735" sldId="308"/>
            <ac:spMk id="4" creationId="{A19A52C4-C79A-3180-6CC6-61FD268A5B38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48:35.010" v="16"/>
          <ac:graphicFrameMkLst>
            <pc:docMk/>
            <pc:sldMk cId="1386252735" sldId="308"/>
            <ac:graphicFrameMk id="9" creationId="{50231FF6-60A5-9225-522D-FC142CEE8CBD}"/>
          </ac:graphicFrameMkLst>
        </pc:graphicFrameChg>
      </pc:sldChg>
      <pc:sldChg chg="addSp delSp modSp">
        <pc:chgData name="Ingeniero Confiabilidad" userId="S::innovacion.confiabilidad@copower.com.co::8d2f7956-38a7-4f2f-bab8-cd4bf7a98f86" providerId="AD" clId="Web-{B4A6D5FC-EADA-1B32-4B96-D672F73DB359}" dt="2026-08-12T04:59:56.369" v="92" actId="1076"/>
        <pc:sldMkLst>
          <pc:docMk/>
          <pc:sldMk cId="3456358672" sldId="309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36.412" v="47" actId="1076"/>
          <ac:spMkLst>
            <pc:docMk/>
            <pc:sldMk cId="3456358672" sldId="309"/>
            <ac:spMk id="4" creationId="{6985DFBD-73BB-9F4D-F3AB-C0EF62E1D55F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49:02.261" v="21"/>
          <ac:graphicFrameMkLst>
            <pc:docMk/>
            <pc:sldMk cId="3456358672" sldId="309"/>
            <ac:graphicFrameMk id="9" creationId="{3B33EB0F-E7C6-A251-FF5F-FD8D24D0BF80}"/>
          </ac:graphicFrameMkLst>
        </pc:graphicFrameChg>
        <pc:picChg chg="add mod">
          <ac:chgData name="Ingeniero Confiabilidad" userId="S::innovacion.confiabilidad@copower.com.co::8d2f7956-38a7-4f2f-bab8-cd4bf7a98f86" providerId="AD" clId="Web-{B4A6D5FC-EADA-1B32-4B96-D672F73DB359}" dt="2026-08-12T04:59:56.369" v="92" actId="1076"/>
          <ac:picMkLst>
            <pc:docMk/>
            <pc:sldMk cId="3456358672" sldId="309"/>
            <ac:picMk id="3" creationId="{DAC78D5E-6E7F-F006-BF7A-CFF41FB5D62F}"/>
          </ac:picMkLst>
        </pc:picChg>
        <pc:picChg chg="del mod">
          <ac:chgData name="Ingeniero Confiabilidad" userId="S::innovacion.confiabilidad@copower.com.co::8d2f7956-38a7-4f2f-bab8-cd4bf7a98f86" providerId="AD" clId="Web-{B4A6D5FC-EADA-1B32-4B96-D672F73DB359}" dt="2026-08-12T04:59:30.602" v="87"/>
          <ac:picMkLst>
            <pc:docMk/>
            <pc:sldMk cId="3456358672" sldId="309"/>
            <ac:picMk id="5" creationId="{3C19D213-FF04-59FC-FAD3-F40C141DC06B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1:49.402" v="50" actId="14100"/>
        <pc:sldMkLst>
          <pc:docMk/>
          <pc:sldMk cId="2556727285" sldId="310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42.553" v="48" actId="1076"/>
          <ac:spMkLst>
            <pc:docMk/>
            <pc:sldMk cId="2556727285" sldId="310"/>
            <ac:spMk id="4" creationId="{07656BD8-4FCB-A5D3-4743-1807E9AB53FE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49:15.168" v="24"/>
          <ac:graphicFrameMkLst>
            <pc:docMk/>
            <pc:sldMk cId="2556727285" sldId="310"/>
            <ac:graphicFrameMk id="9" creationId="{17BBE2BD-C8CB-7139-A624-ECB5093EEBDA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1:49.402" v="50" actId="14100"/>
          <ac:picMkLst>
            <pc:docMk/>
            <pc:sldMk cId="2556727285" sldId="310"/>
            <ac:picMk id="5" creationId="{EE483663-2831-D753-BA42-03DAB38236DE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1:24.942" v="45" actId="1076"/>
        <pc:sldMkLst>
          <pc:docMk/>
          <pc:sldMk cId="2265332362" sldId="311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24.942" v="45" actId="1076"/>
          <ac:spMkLst>
            <pc:docMk/>
            <pc:sldMk cId="2265332362" sldId="311"/>
            <ac:spMk id="4" creationId="{F5A930C7-69D1-6897-A897-BE0F37938112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48:42.010" v="17"/>
          <ac:graphicFrameMkLst>
            <pc:docMk/>
            <pc:sldMk cId="2265332362" sldId="311"/>
            <ac:graphicFrameMk id="9" creationId="{FC57387A-1154-D632-D302-A377D953955E}"/>
          </ac:graphicFrameMkLst>
        </pc:graphicFrame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1:29.989" v="46" actId="1076"/>
        <pc:sldMkLst>
          <pc:docMk/>
          <pc:sldMk cId="1685861534" sldId="313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1:29.989" v="46" actId="1076"/>
          <ac:spMkLst>
            <pc:docMk/>
            <pc:sldMk cId="1685861534" sldId="313"/>
            <ac:spMk id="4" creationId="{3DB1FF5A-7F66-1141-DAAA-259D3917090E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48:58.277" v="20"/>
          <ac:graphicFrameMkLst>
            <pc:docMk/>
            <pc:sldMk cId="1685861534" sldId="313"/>
            <ac:graphicFrameMk id="9" creationId="{BEE0101E-4945-4573-3964-DF8706B2BF47}"/>
          </ac:graphicFrameMkLst>
        </pc:graphicFrame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2:13.388" v="56" actId="14100"/>
        <pc:sldMkLst>
          <pc:docMk/>
          <pc:sldMk cId="1928250148" sldId="316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2:06.012" v="54" actId="1076"/>
          <ac:spMkLst>
            <pc:docMk/>
            <pc:sldMk cId="1928250148" sldId="316"/>
            <ac:spMk id="4" creationId="{8589ED64-154B-0D82-6BBD-2A5CED7AD653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49:38.967" v="26"/>
          <ac:graphicFrameMkLst>
            <pc:docMk/>
            <pc:sldMk cId="1928250148" sldId="316"/>
            <ac:graphicFrameMk id="3" creationId="{64F4177A-EA03-BC6D-7EE0-2CC9265F75FC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2:13.388" v="56" actId="14100"/>
          <ac:picMkLst>
            <pc:docMk/>
            <pc:sldMk cId="1928250148" sldId="316"/>
            <ac:picMk id="8" creationId="{461D5654-DBC4-1497-1893-51229CC0F439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2:28.076" v="59" actId="14100"/>
        <pc:sldMkLst>
          <pc:docMk/>
          <pc:sldMk cId="3574211490" sldId="318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2:21.216" v="57" actId="1076"/>
          <ac:spMkLst>
            <pc:docMk/>
            <pc:sldMk cId="3574211490" sldId="318"/>
            <ac:spMk id="4" creationId="{0597CE3F-C146-18CF-0936-2043DFF7CCB7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49:50.311" v="29"/>
          <ac:graphicFrameMkLst>
            <pc:docMk/>
            <pc:sldMk cId="3574211490" sldId="318"/>
            <ac:graphicFrameMk id="3" creationId="{09E6DD0F-7726-D980-D795-B8F18FD2BD89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2:28.076" v="59" actId="14100"/>
          <ac:picMkLst>
            <pc:docMk/>
            <pc:sldMk cId="3574211490" sldId="318"/>
            <ac:picMk id="6" creationId="{EF9B2E55-2FC9-CFF2-859C-00FADA00D6A9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2:43.827" v="62" actId="14100"/>
        <pc:sldMkLst>
          <pc:docMk/>
          <pc:sldMk cId="3277028725" sldId="319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2:38.358" v="60" actId="1076"/>
          <ac:spMkLst>
            <pc:docMk/>
            <pc:sldMk cId="3277028725" sldId="319"/>
            <ac:spMk id="4" creationId="{0FCE45CC-D407-F69F-5364-646B5D8DBB5C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49:57.515" v="32"/>
          <ac:graphicFrameMkLst>
            <pc:docMk/>
            <pc:sldMk cId="3277028725" sldId="319"/>
            <ac:graphicFrameMk id="3" creationId="{C8ED3FC9-C102-7207-3890-36F713E0CD8E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2:43.827" v="62" actId="14100"/>
          <ac:picMkLst>
            <pc:docMk/>
            <pc:sldMk cId="3277028725" sldId="319"/>
            <ac:picMk id="6" creationId="{E9FD0409-AA47-F30E-889A-0944B8102F97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3:03.641" v="66" actId="14100"/>
        <pc:sldMkLst>
          <pc:docMk/>
          <pc:sldMk cId="20486762" sldId="320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2:52.922" v="63" actId="1076"/>
          <ac:spMkLst>
            <pc:docMk/>
            <pc:sldMk cId="20486762" sldId="320"/>
            <ac:spMk id="4" creationId="{75484440-834C-2C29-7D9B-CDBCF27296AD}"/>
          </ac:spMkLst>
        </pc:spChg>
        <pc:graphicFrameChg chg="del mod modGraphic">
          <ac:chgData name="Ingeniero Confiabilidad" userId="S::innovacion.confiabilidad@copower.com.co::8d2f7956-38a7-4f2f-bab8-cd4bf7a98f86" providerId="AD" clId="Web-{B4A6D5FC-EADA-1B32-4B96-D672F73DB359}" dt="2026-08-12T04:50:07.062" v="35"/>
          <ac:graphicFrameMkLst>
            <pc:docMk/>
            <pc:sldMk cId="20486762" sldId="320"/>
            <ac:graphicFrameMk id="3" creationId="{F087151E-486C-B3B7-06CB-A2D1F7427CA9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3:03.641" v="66" actId="14100"/>
          <ac:picMkLst>
            <pc:docMk/>
            <pc:sldMk cId="20486762" sldId="320"/>
            <ac:picMk id="6" creationId="{2C03BAAC-1E12-7584-CD25-023EA06B00F7}"/>
          </ac:picMkLst>
        </pc:picChg>
      </pc:sldChg>
      <pc:sldChg chg="delSp modSp">
        <pc:chgData name="Ingeniero Confiabilidad" userId="S::innovacion.confiabilidad@copower.com.co::8d2f7956-38a7-4f2f-bab8-cd4bf7a98f86" providerId="AD" clId="Web-{B4A6D5FC-EADA-1B32-4B96-D672F73DB359}" dt="2026-08-12T04:53:17.939" v="69" actId="14100"/>
        <pc:sldMkLst>
          <pc:docMk/>
          <pc:sldMk cId="2600924227" sldId="321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3:09.579" v="67" actId="1076"/>
          <ac:spMkLst>
            <pc:docMk/>
            <pc:sldMk cId="2600924227" sldId="321"/>
            <ac:spMk id="4" creationId="{4E2EFF04-D94C-4948-E573-A7E32528E538}"/>
          </ac:spMkLst>
        </pc:spChg>
        <pc:graphicFrameChg chg="del">
          <ac:chgData name="Ingeniero Confiabilidad" userId="S::innovacion.confiabilidad@copower.com.co::8d2f7956-38a7-4f2f-bab8-cd4bf7a98f86" providerId="AD" clId="Web-{B4A6D5FC-EADA-1B32-4B96-D672F73DB359}" dt="2026-08-12T04:50:16.188" v="36"/>
          <ac:graphicFrameMkLst>
            <pc:docMk/>
            <pc:sldMk cId="2600924227" sldId="321"/>
            <ac:graphicFrameMk id="3" creationId="{B27E1582-644A-C01E-C53C-AAC6FE059C19}"/>
          </ac:graphicFrameMkLst>
        </pc:graphicFrameChg>
        <pc:picChg chg="mod">
          <ac:chgData name="Ingeniero Confiabilidad" userId="S::innovacion.confiabilidad@copower.com.co::8d2f7956-38a7-4f2f-bab8-cd4bf7a98f86" providerId="AD" clId="Web-{B4A6D5FC-EADA-1B32-4B96-D672F73DB359}" dt="2026-08-12T04:53:17.939" v="69" actId="14100"/>
          <ac:picMkLst>
            <pc:docMk/>
            <pc:sldMk cId="2600924227" sldId="321"/>
            <ac:picMk id="6" creationId="{4573AA9D-2F76-C3AF-359F-8E7D756A4B06}"/>
          </ac:picMkLst>
        </pc:picChg>
      </pc:sldChg>
      <pc:sldChg chg="addSp modSp">
        <pc:chgData name="Ingeniero Confiabilidad" userId="S::innovacion.confiabilidad@copower.com.co::8d2f7956-38a7-4f2f-bab8-cd4bf7a98f86" providerId="AD" clId="Web-{B4A6D5FC-EADA-1B32-4B96-D672F73DB359}" dt="2026-08-12T04:53:48.815" v="75" actId="1076"/>
        <pc:sldMkLst>
          <pc:docMk/>
          <pc:sldMk cId="1741781445" sldId="323"/>
        </pc:sldMkLst>
        <pc:spChg chg="mod">
          <ac:chgData name="Ingeniero Confiabilidad" userId="S::innovacion.confiabilidad@copower.com.co::8d2f7956-38a7-4f2f-bab8-cd4bf7a98f86" providerId="AD" clId="Web-{B4A6D5FC-EADA-1B32-4B96-D672F73DB359}" dt="2026-08-12T04:53:48.815" v="75" actId="1076"/>
          <ac:spMkLst>
            <pc:docMk/>
            <pc:sldMk cId="1741781445" sldId="323"/>
            <ac:spMk id="4" creationId="{7DA60309-4836-744A-C8DD-4BFD4B548057}"/>
          </ac:spMkLst>
        </pc:spChg>
        <pc:picChg chg="add mod">
          <ac:chgData name="Ingeniero Confiabilidad" userId="S::innovacion.confiabilidad@copower.com.co::8d2f7956-38a7-4f2f-bab8-cd4bf7a98f86" providerId="AD" clId="Web-{B4A6D5FC-EADA-1B32-4B96-D672F73DB359}" dt="2026-08-12T04:36:39.697" v="2" actId="1076"/>
          <ac:picMkLst>
            <pc:docMk/>
            <pc:sldMk cId="1741781445" sldId="323"/>
            <ac:picMk id="3" creationId="{CAB3A08E-CF87-44CA-E8EA-2E91E678DF19}"/>
          </ac:picMkLst>
        </pc:picChg>
      </pc:sldChg>
    </pc:docChg>
  </pc:docChgLst>
  <pc:docChgLst>
    <pc:chgData name="Ingeniero Confiabilidad" userId="S::innovacion.confiabilidad@copower.com.co::8d2f7956-38a7-4f2f-bab8-cd4bf7a98f86" providerId="AD" clId="Web-{82D5B2BF-AB55-1587-839F-840BCD225C01}"/>
    <pc:docChg chg="addSld delSld modSld">
      <pc:chgData name="Ingeniero Confiabilidad" userId="S::innovacion.confiabilidad@copower.com.co::8d2f7956-38a7-4f2f-bab8-cd4bf7a98f86" providerId="AD" clId="Web-{82D5B2BF-AB55-1587-839F-840BCD225C01}" dt="2026-08-12T04:35:23.134" v="150"/>
      <pc:docMkLst>
        <pc:docMk/>
      </pc:docMkLst>
      <pc:sldChg chg="addSp delSp modSp">
        <pc:chgData name="Ingeniero Confiabilidad" userId="S::innovacion.confiabilidad@copower.com.co::8d2f7956-38a7-4f2f-bab8-cd4bf7a98f86" providerId="AD" clId="Web-{82D5B2BF-AB55-1587-839F-840BCD225C01}" dt="2026-08-12T03:21:45.326" v="61" actId="1076"/>
        <pc:sldMkLst>
          <pc:docMk/>
          <pc:sldMk cId="0" sldId="262"/>
        </pc:sldMkLst>
        <pc:spChg chg="mod">
          <ac:chgData name="Ingeniero Confiabilidad" userId="S::innovacion.confiabilidad@copower.com.co::8d2f7956-38a7-4f2f-bab8-cd4bf7a98f86" providerId="AD" clId="Web-{82D5B2BF-AB55-1587-839F-840BCD225C01}" dt="2026-08-12T03:11:35.272" v="8" actId="1076"/>
          <ac:spMkLst>
            <pc:docMk/>
            <pc:sldMk cId="0" sldId="262"/>
            <ac:spMk id="4" creationId="{00000000-0000-0000-0000-000000000000}"/>
          </ac:spMkLst>
        </pc:spChg>
        <pc:graphicFrameChg chg="del">
          <ac:chgData name="Ingeniero Confiabilidad" userId="S::innovacion.confiabilidad@copower.com.co::8d2f7956-38a7-4f2f-bab8-cd4bf7a98f86" providerId="AD" clId="Web-{82D5B2BF-AB55-1587-839F-840BCD225C01}" dt="2026-08-12T03:11:30.412" v="7"/>
          <ac:graphicFrameMkLst>
            <pc:docMk/>
            <pc:sldMk cId="0" sldId="262"/>
            <ac:graphicFrameMk id="20" creationId="{00000000-0000-0000-0000-000000000000}"/>
          </ac:graphicFrameMkLst>
        </pc:graphicFrameChg>
        <pc:picChg chg="add del mod">
          <ac:chgData name="Ingeniero Confiabilidad" userId="S::innovacion.confiabilidad@copower.com.co::8d2f7956-38a7-4f2f-bab8-cd4bf7a98f86" providerId="AD" clId="Web-{82D5B2BF-AB55-1587-839F-840BCD225C01}" dt="2026-08-12T03:21:07.919" v="58"/>
          <ac:picMkLst>
            <pc:docMk/>
            <pc:sldMk cId="0" sldId="262"/>
            <ac:picMk id="3" creationId="{62059502-A361-C80F-0F26-38FC484D6FBD}"/>
          </ac:picMkLst>
        </pc:picChg>
        <pc:picChg chg="add mod">
          <ac:chgData name="Ingeniero Confiabilidad" userId="S::innovacion.confiabilidad@copower.com.co::8d2f7956-38a7-4f2f-bab8-cd4bf7a98f86" providerId="AD" clId="Web-{82D5B2BF-AB55-1587-839F-840BCD225C01}" dt="2026-08-12T03:21:45.326" v="61" actId="1076"/>
          <ac:picMkLst>
            <pc:docMk/>
            <pc:sldMk cId="0" sldId="262"/>
            <ac:picMk id="5" creationId="{344399C1-7C6A-96FC-8B1A-2C09EBEE42D5}"/>
          </ac:picMkLst>
        </pc:picChg>
      </pc:sldChg>
      <pc:sldChg chg="del">
        <pc:chgData name="Ingeniero Confiabilidad" userId="S::innovacion.confiabilidad@copower.com.co::8d2f7956-38a7-4f2f-bab8-cd4bf7a98f86" providerId="AD" clId="Web-{82D5B2BF-AB55-1587-839F-840BCD225C01}" dt="2026-08-12T03:13:11.150" v="18"/>
        <pc:sldMkLst>
          <pc:docMk/>
          <pc:sldMk cId="0" sldId="263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08.416" v="17"/>
        <pc:sldMkLst>
          <pc:docMk/>
          <pc:sldMk cId="0" sldId="264"/>
        </pc:sldMkLst>
      </pc:sldChg>
      <pc:sldChg chg="addSp delSp modSp">
        <pc:chgData name="Ingeniero Confiabilidad" userId="S::innovacion.confiabilidad@copower.com.co::8d2f7956-38a7-4f2f-bab8-cd4bf7a98f86" providerId="AD" clId="Web-{82D5B2BF-AB55-1587-839F-840BCD225C01}" dt="2026-08-12T03:29:44.488" v="70" actId="1076"/>
        <pc:sldMkLst>
          <pc:docMk/>
          <pc:sldMk cId="0" sldId="266"/>
        </pc:sldMkLst>
        <pc:picChg chg="add mod">
          <ac:chgData name="Ingeniero Confiabilidad" userId="S::innovacion.confiabilidad@copower.com.co::8d2f7956-38a7-4f2f-bab8-cd4bf7a98f86" providerId="AD" clId="Web-{82D5B2BF-AB55-1587-839F-840BCD225C01}" dt="2026-08-12T03:29:44.488" v="70" actId="1076"/>
          <ac:picMkLst>
            <pc:docMk/>
            <pc:sldMk cId="0" sldId="266"/>
            <ac:picMk id="3" creationId="{9432113B-526C-3730-D074-AEFCB0FC9D7C}"/>
          </ac:picMkLst>
        </pc:picChg>
        <pc:picChg chg="del">
          <ac:chgData name="Ingeniero Confiabilidad" userId="S::innovacion.confiabilidad@copower.com.co::8d2f7956-38a7-4f2f-bab8-cd4bf7a98f86" providerId="AD" clId="Web-{82D5B2BF-AB55-1587-839F-840BCD225C01}" dt="2026-08-12T03:29:35.254" v="67"/>
          <ac:picMkLst>
            <pc:docMk/>
            <pc:sldMk cId="0" sldId="266"/>
            <ac:picMk id="7" creationId="{0E24E4B8-74CA-9994-1D98-06DC44990B90}"/>
          </ac:picMkLst>
        </pc:picChg>
      </pc:sldChg>
      <pc:sldChg chg="del">
        <pc:chgData name="Ingeniero Confiabilidad" userId="S::innovacion.confiabilidad@copower.com.co::8d2f7956-38a7-4f2f-bab8-cd4bf7a98f86" providerId="AD" clId="Web-{82D5B2BF-AB55-1587-839F-840BCD225C01}" dt="2026-08-12T03:13:49.324" v="22"/>
        <pc:sldMkLst>
          <pc:docMk/>
          <pc:sldMk cId="0" sldId="267"/>
        </pc:sldMkLst>
      </pc:sldChg>
      <pc:sldChg chg="modSp">
        <pc:chgData name="Ingeniero Confiabilidad" userId="S::innovacion.confiabilidad@copower.com.co::8d2f7956-38a7-4f2f-bab8-cd4bf7a98f86" providerId="AD" clId="Web-{82D5B2BF-AB55-1587-839F-840BCD225C01}" dt="2026-08-12T03:58:55.201" v="116" actId="20577"/>
        <pc:sldMkLst>
          <pc:docMk/>
          <pc:sldMk cId="0" sldId="270"/>
        </pc:sldMkLst>
        <pc:spChg chg="mod">
          <ac:chgData name="Ingeniero Confiabilidad" userId="S::innovacion.confiabilidad@copower.com.co::8d2f7956-38a7-4f2f-bab8-cd4bf7a98f86" providerId="AD" clId="Web-{82D5B2BF-AB55-1587-839F-840BCD225C01}" dt="2026-08-12T03:48:23.005" v="98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Ingeniero Confiabilidad" userId="S::innovacion.confiabilidad@copower.com.co::8d2f7956-38a7-4f2f-bab8-cd4bf7a98f86" providerId="AD" clId="Web-{82D5B2BF-AB55-1587-839F-840BCD225C01}" dt="2026-08-12T03:58:55.201" v="116" actId="20577"/>
          <ac:spMkLst>
            <pc:docMk/>
            <pc:sldMk cId="0" sldId="270"/>
            <ac:spMk id="6" creationId="{3A3AB1DB-22F5-5362-06A6-2DDEF40F722A}"/>
          </ac:spMkLst>
        </pc:spChg>
      </pc:sldChg>
      <pc:sldChg chg="addSp delSp modSp">
        <pc:chgData name="Ingeniero Confiabilidad" userId="S::innovacion.confiabilidad@copower.com.co::8d2f7956-38a7-4f2f-bab8-cd4bf7a98f86" providerId="AD" clId="Web-{82D5B2BF-AB55-1587-839F-840BCD225C01}" dt="2026-08-12T04:30:22.701" v="134" actId="1076"/>
        <pc:sldMkLst>
          <pc:docMk/>
          <pc:sldMk cId="1535327815" sldId="272"/>
        </pc:sldMkLst>
        <pc:picChg chg="del">
          <ac:chgData name="Ingeniero Confiabilidad" userId="S::innovacion.confiabilidad@copower.com.co::8d2f7956-38a7-4f2f-bab8-cd4bf7a98f86" providerId="AD" clId="Web-{82D5B2BF-AB55-1587-839F-840BCD225C01}" dt="2026-08-12T03:50:56.042" v="111"/>
          <ac:picMkLst>
            <pc:docMk/>
            <pc:sldMk cId="1535327815" sldId="272"/>
            <ac:picMk id="3" creationId="{F527C09A-D455-DA33-59FF-8C91C89136EB}"/>
          </ac:picMkLst>
        </pc:picChg>
        <pc:picChg chg="add mod">
          <ac:chgData name="Ingeniero Confiabilidad" userId="S::innovacion.confiabilidad@copower.com.co::8d2f7956-38a7-4f2f-bab8-cd4bf7a98f86" providerId="AD" clId="Web-{82D5B2BF-AB55-1587-839F-840BCD225C01}" dt="2026-08-12T04:30:22.701" v="134" actId="1076"/>
          <ac:picMkLst>
            <pc:docMk/>
            <pc:sldMk cId="1535327815" sldId="272"/>
            <ac:picMk id="5" creationId="{B9AC3A4A-9CAD-D32E-E0F2-9A8AF3140C1E}"/>
          </ac:picMkLst>
        </pc:picChg>
      </pc:sldChg>
      <pc:sldChg chg="del">
        <pc:chgData name="Ingeniero Confiabilidad" userId="S::innovacion.confiabilidad@copower.com.co::8d2f7956-38a7-4f2f-bab8-cd4bf7a98f86" providerId="AD" clId="Web-{82D5B2BF-AB55-1587-839F-840BCD225C01}" dt="2026-08-12T03:13:05.478" v="15"/>
        <pc:sldMkLst>
          <pc:docMk/>
          <pc:sldMk cId="1857336499" sldId="280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00.994" v="14"/>
        <pc:sldMkLst>
          <pc:docMk/>
          <pc:sldMk cId="2846185161" sldId="281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06.478" v="16"/>
        <pc:sldMkLst>
          <pc:docMk/>
          <pc:sldMk cId="1139334485" sldId="282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29:52.973" v="71"/>
        <pc:sldMkLst>
          <pc:docMk/>
          <pc:sldMk cId="3904691345" sldId="287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46.730" v="21"/>
        <pc:sldMkLst>
          <pc:docMk/>
          <pc:sldMk cId="777873763" sldId="288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51.371" v="23"/>
        <pc:sldMkLst>
          <pc:docMk/>
          <pc:sldMk cId="3336024521" sldId="289"/>
        </pc:sldMkLst>
      </pc:sldChg>
      <pc:sldChg chg="modSp">
        <pc:chgData name="Ingeniero Confiabilidad" userId="S::innovacion.confiabilidad@copower.com.co::8d2f7956-38a7-4f2f-bab8-cd4bf7a98f86" providerId="AD" clId="Web-{82D5B2BF-AB55-1587-839F-840BCD225C01}" dt="2026-08-12T03:59:17.358" v="122" actId="1076"/>
        <pc:sldMkLst>
          <pc:docMk/>
          <pc:sldMk cId="3761763565" sldId="295"/>
        </pc:sldMkLst>
        <pc:spChg chg="mod">
          <ac:chgData name="Ingeniero Confiabilidad" userId="S::innovacion.confiabilidad@copower.com.co::8d2f7956-38a7-4f2f-bab8-cd4bf7a98f86" providerId="AD" clId="Web-{82D5B2BF-AB55-1587-839F-840BCD225C01}" dt="2026-08-12T03:59:10.170" v="120" actId="20577"/>
          <ac:spMkLst>
            <pc:docMk/>
            <pc:sldMk cId="3761763565" sldId="295"/>
            <ac:spMk id="4" creationId="{36DB21E0-ED6C-25C1-41E0-37011E096C5A}"/>
          </ac:spMkLst>
        </pc:spChg>
        <pc:spChg chg="mod">
          <ac:chgData name="Ingeniero Confiabilidad" userId="S::innovacion.confiabilidad@copower.com.co::8d2f7956-38a7-4f2f-bab8-cd4bf7a98f86" providerId="AD" clId="Web-{82D5B2BF-AB55-1587-839F-840BCD225C01}" dt="2026-08-12T03:59:17.358" v="122" actId="1076"/>
          <ac:spMkLst>
            <pc:docMk/>
            <pc:sldMk cId="3761763565" sldId="295"/>
            <ac:spMk id="6" creationId="{69115A9E-488D-E61F-EE7D-F248E81D7C4B}"/>
          </ac:spMkLst>
        </pc:spChg>
      </pc:sldChg>
      <pc:sldChg chg="addSp delSp modSp">
        <pc:chgData name="Ingeniero Confiabilidad" userId="S::innovacion.confiabilidad@copower.com.co::8d2f7956-38a7-4f2f-bab8-cd4bf7a98f86" providerId="AD" clId="Web-{82D5B2BF-AB55-1587-839F-840BCD225C01}" dt="2026-08-12T03:23:14.767" v="65" actId="1076"/>
        <pc:sldMkLst>
          <pc:docMk/>
          <pc:sldMk cId="898960228" sldId="296"/>
        </pc:sldMkLst>
        <pc:picChg chg="add del mod">
          <ac:chgData name="Ingeniero Confiabilidad" userId="S::innovacion.confiabilidad@copower.com.co::8d2f7956-38a7-4f2f-bab8-cd4bf7a98f86" providerId="AD" clId="Web-{82D5B2BF-AB55-1587-839F-840BCD225C01}" dt="2026-08-12T03:19:59.853" v="48"/>
          <ac:picMkLst>
            <pc:docMk/>
            <pc:sldMk cId="898960228" sldId="296"/>
            <ac:picMk id="2" creationId="{790E57C0-D792-F4C7-2561-38A36553CAE2}"/>
          </ac:picMkLst>
        </pc:picChg>
        <pc:picChg chg="add mod">
          <ac:chgData name="Ingeniero Confiabilidad" userId="S::innovacion.confiabilidad@copower.com.co::8d2f7956-38a7-4f2f-bab8-cd4bf7a98f86" providerId="AD" clId="Web-{82D5B2BF-AB55-1587-839F-840BCD225C01}" dt="2026-08-12T03:23:14.767" v="65" actId="1076"/>
          <ac:picMkLst>
            <pc:docMk/>
            <pc:sldMk cId="898960228" sldId="296"/>
            <ac:picMk id="3" creationId="{8D2E27E5-6F5E-66B4-5AD4-7CDC937CD2C8}"/>
          </ac:picMkLst>
        </pc:picChg>
        <pc:picChg chg="del">
          <ac:chgData name="Ingeniero Confiabilidad" userId="S::innovacion.confiabilidad@copower.com.co::8d2f7956-38a7-4f2f-bab8-cd4bf7a98f86" providerId="AD" clId="Web-{82D5B2BF-AB55-1587-839F-840BCD225C01}" dt="2026-08-12T03:21:55.170" v="62"/>
          <ac:picMkLst>
            <pc:docMk/>
            <pc:sldMk cId="898960228" sldId="296"/>
            <ac:picMk id="9" creationId="{6B2E7E0B-FE59-AC47-D2EA-9DC3C6F15944}"/>
          </ac:picMkLst>
        </pc:picChg>
      </pc:sldChg>
      <pc:sldChg chg="del">
        <pc:chgData name="Ingeniero Confiabilidad" userId="S::innovacion.confiabilidad@copower.com.co::8d2f7956-38a7-4f2f-bab8-cd4bf7a98f86" providerId="AD" clId="Web-{82D5B2BF-AB55-1587-839F-840BCD225C01}" dt="2026-08-12T03:13:18.791" v="20"/>
        <pc:sldMkLst>
          <pc:docMk/>
          <pc:sldMk cId="2496630793" sldId="304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3:14.322" v="19"/>
        <pc:sldMkLst>
          <pc:docMk/>
          <pc:sldMk cId="2839203841" sldId="305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4:02.949" v="25"/>
        <pc:sldMkLst>
          <pc:docMk/>
          <pc:sldMk cId="3189499694" sldId="307"/>
        </pc:sldMkLst>
      </pc:sldChg>
      <pc:sldChg chg="del">
        <pc:chgData name="Ingeniero Confiabilidad" userId="S::innovacion.confiabilidad@copower.com.co::8d2f7956-38a7-4f2f-bab8-cd4bf7a98f86" providerId="AD" clId="Web-{82D5B2BF-AB55-1587-839F-840BCD225C01}" dt="2026-08-12T03:14:01.699" v="24"/>
        <pc:sldMkLst>
          <pc:docMk/>
          <pc:sldMk cId="1909038563" sldId="314"/>
        </pc:sldMkLst>
      </pc:sldChg>
      <pc:sldChg chg="addSp delSp modSp add replId">
        <pc:chgData name="Ingeniero Confiabilidad" userId="S::innovacion.confiabilidad@copower.com.co::8d2f7956-38a7-4f2f-bab8-cd4bf7a98f86" providerId="AD" clId="Web-{82D5B2BF-AB55-1587-839F-840BCD225C01}" dt="2026-08-12T03:21:01.637" v="57" actId="1076"/>
        <pc:sldMkLst>
          <pc:docMk/>
          <pc:sldMk cId="3126625364" sldId="322"/>
        </pc:sldMkLst>
        <pc:spChg chg="mod">
          <ac:chgData name="Ingeniero Confiabilidad" userId="S::innovacion.confiabilidad@copower.com.co::8d2f7956-38a7-4f2f-bab8-cd4bf7a98f86" providerId="AD" clId="Web-{82D5B2BF-AB55-1587-839F-840BCD225C01}" dt="2026-08-12T03:19:52.025" v="46" actId="20577"/>
          <ac:spMkLst>
            <pc:docMk/>
            <pc:sldMk cId="3126625364" sldId="322"/>
            <ac:spMk id="4" creationId="{3C00B8D7-04E3-A7DA-F4B9-F3E345BE3D36}"/>
          </ac:spMkLst>
        </pc:spChg>
        <pc:picChg chg="del">
          <ac:chgData name="Ingeniero Confiabilidad" userId="S::innovacion.confiabilidad@copower.com.co::8d2f7956-38a7-4f2f-bab8-cd4bf7a98f86" providerId="AD" clId="Web-{82D5B2BF-AB55-1587-839F-840BCD225C01}" dt="2026-08-12T03:19:53.572" v="47"/>
          <ac:picMkLst>
            <pc:docMk/>
            <pc:sldMk cId="3126625364" sldId="322"/>
            <ac:picMk id="3" creationId="{8441BE75-AFFD-E018-29D4-76B4A292AB4B}"/>
          </ac:picMkLst>
        </pc:picChg>
        <pc:picChg chg="add del mod">
          <ac:chgData name="Ingeniero Confiabilidad" userId="S::innovacion.confiabilidad@copower.com.co::8d2f7956-38a7-4f2f-bab8-cd4bf7a98f86" providerId="AD" clId="Web-{82D5B2BF-AB55-1587-839F-840BCD225C01}" dt="2026-08-12T03:20:25.886" v="54"/>
          <ac:picMkLst>
            <pc:docMk/>
            <pc:sldMk cId="3126625364" sldId="322"/>
            <ac:picMk id="5" creationId="{672C704C-0DA7-48D3-6534-485D84A14C27}"/>
          </ac:picMkLst>
        </pc:picChg>
        <pc:picChg chg="add mod">
          <ac:chgData name="Ingeniero Confiabilidad" userId="S::innovacion.confiabilidad@copower.com.co::8d2f7956-38a7-4f2f-bab8-cd4bf7a98f86" providerId="AD" clId="Web-{82D5B2BF-AB55-1587-839F-840BCD225C01}" dt="2026-08-12T03:21:01.637" v="57" actId="1076"/>
          <ac:picMkLst>
            <pc:docMk/>
            <pc:sldMk cId="3126625364" sldId="322"/>
            <ac:picMk id="6" creationId="{07FA396F-C01F-531E-9ADB-CF9C52565AE2}"/>
          </ac:picMkLst>
        </pc:picChg>
      </pc:sldChg>
      <pc:sldChg chg="addSp delSp modSp add replId">
        <pc:chgData name="Ingeniero Confiabilidad" userId="S::innovacion.confiabilidad@copower.com.co::8d2f7956-38a7-4f2f-bab8-cd4bf7a98f86" providerId="AD" clId="Web-{82D5B2BF-AB55-1587-839F-840BCD225C01}" dt="2026-08-12T04:35:23.134" v="150"/>
        <pc:sldMkLst>
          <pc:docMk/>
          <pc:sldMk cId="1741781445" sldId="323"/>
        </pc:sldMkLst>
        <pc:spChg chg="mod">
          <ac:chgData name="Ingeniero Confiabilidad" userId="S::innovacion.confiabilidad@copower.com.co::8d2f7956-38a7-4f2f-bab8-cd4bf7a98f86" providerId="AD" clId="Web-{82D5B2BF-AB55-1587-839F-840BCD225C01}" dt="2026-08-12T04:35:12.118" v="146" actId="1076"/>
          <ac:spMkLst>
            <pc:docMk/>
            <pc:sldMk cId="1741781445" sldId="323"/>
            <ac:spMk id="4" creationId="{7DA60309-4836-744A-C8DD-4BFD4B548057}"/>
          </ac:spMkLst>
        </pc:spChg>
        <pc:graphicFrameChg chg="del">
          <ac:chgData name="Ingeniero Confiabilidad" userId="S::innovacion.confiabilidad@copower.com.co::8d2f7956-38a7-4f2f-bab8-cd4bf7a98f86" providerId="AD" clId="Web-{82D5B2BF-AB55-1587-839F-840BCD225C01}" dt="2026-08-12T04:35:08.774" v="145"/>
          <ac:graphicFrameMkLst>
            <pc:docMk/>
            <pc:sldMk cId="1741781445" sldId="323"/>
            <ac:graphicFrameMk id="20" creationId="{829DA0EE-DC4F-D87A-0367-055A99D57EB2}"/>
          </ac:graphicFrameMkLst>
        </pc:graphicFrameChg>
        <pc:picChg chg="del">
          <ac:chgData name="Ingeniero Confiabilidad" userId="S::innovacion.confiabilidad@copower.com.co::8d2f7956-38a7-4f2f-bab8-cd4bf7a98f86" providerId="AD" clId="Web-{82D5B2BF-AB55-1587-839F-840BCD225C01}" dt="2026-08-12T04:04:58.559" v="124"/>
          <ac:picMkLst>
            <pc:docMk/>
            <pc:sldMk cId="1741781445" sldId="323"/>
            <ac:picMk id="3" creationId="{BFF38928-1E8A-3ACD-6828-E479DDD65F25}"/>
          </ac:picMkLst>
        </pc:picChg>
        <pc:picChg chg="add del mod">
          <ac:chgData name="Ingeniero Confiabilidad" userId="S::innovacion.confiabilidad@copower.com.co::8d2f7956-38a7-4f2f-bab8-cd4bf7a98f86" providerId="AD" clId="Web-{82D5B2BF-AB55-1587-839F-840BCD225C01}" dt="2026-08-12T04:30:05.466" v="129"/>
          <ac:picMkLst>
            <pc:docMk/>
            <pc:sldMk cId="1741781445" sldId="323"/>
            <ac:picMk id="5" creationId="{3E2E5A4F-77AA-7D28-8188-19F798C01A0D}"/>
          </ac:picMkLst>
        </pc:picChg>
        <pc:picChg chg="add del mod">
          <ac:chgData name="Ingeniero Confiabilidad" userId="S::innovacion.confiabilidad@copower.com.co::8d2f7956-38a7-4f2f-bab8-cd4bf7a98f86" providerId="AD" clId="Web-{82D5B2BF-AB55-1587-839F-840BCD225C01}" dt="2026-08-12T04:31:54.689" v="141"/>
          <ac:picMkLst>
            <pc:docMk/>
            <pc:sldMk cId="1741781445" sldId="323"/>
            <ac:picMk id="7" creationId="{19EC12C5-7A6B-F767-FE2C-BAFDDE0D5159}"/>
          </ac:picMkLst>
        </pc:picChg>
        <pc:picChg chg="add del mod">
          <ac:chgData name="Ingeniero Confiabilidad" userId="S::innovacion.confiabilidad@copower.com.co::8d2f7956-38a7-4f2f-bab8-cd4bf7a98f86" providerId="AD" clId="Web-{82D5B2BF-AB55-1587-839F-840BCD225C01}" dt="2026-08-12T04:35:23.134" v="150"/>
          <ac:picMkLst>
            <pc:docMk/>
            <pc:sldMk cId="1741781445" sldId="323"/>
            <ac:picMk id="8" creationId="{396116C0-73F4-0018-5BAC-0FFAF5423981}"/>
          </ac:picMkLst>
        </pc:picChg>
      </pc:sldChg>
    </pc:docChg>
  </pc:docChgLst>
  <pc:docChgLst>
    <pc:chgData name="Ingeniero Confiabilidad" userId="8d2f7956-38a7-4f2f-bab8-cd4bf7a98f86" providerId="ADAL" clId="{C24611D9-E3D6-5E81-909D-0E10074C759C}"/>
    <pc:docChg chg="undo custSel addSld delSld modSld">
      <pc:chgData name="Ingeniero Confiabilidad" userId="8d2f7956-38a7-4f2f-bab8-cd4bf7a98f86" providerId="ADAL" clId="{C24611D9-E3D6-5E81-909D-0E10074C759C}" dt="2026-08-12T05:17:23.083" v="33" actId="1076"/>
      <pc:docMkLst>
        <pc:docMk/>
      </pc:docMkLst>
      <pc:sldChg chg="addSp delSp modSp mod">
        <pc:chgData name="Ingeniero Confiabilidad" userId="8d2f7956-38a7-4f2f-bab8-cd4bf7a98f86" providerId="ADAL" clId="{C24611D9-E3D6-5E81-909D-0E10074C759C}" dt="2026-08-12T05:11:17.402" v="19" actId="1076"/>
        <pc:sldMkLst>
          <pc:docMk/>
          <pc:sldMk cId="1386252735" sldId="308"/>
        </pc:sldMkLst>
        <pc:picChg chg="add del mod">
          <ac:chgData name="Ingeniero Confiabilidad" userId="8d2f7956-38a7-4f2f-bab8-cd4bf7a98f86" providerId="ADAL" clId="{C24611D9-E3D6-5E81-909D-0E10074C759C}" dt="2026-08-12T05:10:38.829" v="15" actId="478"/>
          <ac:picMkLst>
            <pc:docMk/>
            <pc:sldMk cId="1386252735" sldId="308"/>
            <ac:picMk id="5" creationId="{B7E22B50-D429-227C-256D-F0CCDAB3E1BA}"/>
          </ac:picMkLst>
        </pc:picChg>
        <pc:picChg chg="del">
          <ac:chgData name="Ingeniero Confiabilidad" userId="8d2f7956-38a7-4f2f-bab8-cd4bf7a98f86" providerId="ADAL" clId="{C24611D9-E3D6-5E81-909D-0E10074C759C}" dt="2026-08-12T05:10:06.491" v="9" actId="478"/>
          <ac:picMkLst>
            <pc:docMk/>
            <pc:sldMk cId="1386252735" sldId="308"/>
            <ac:picMk id="6" creationId="{FBEC5355-0900-702C-1FE9-1CDB9F0FA442}"/>
          </ac:picMkLst>
        </pc:picChg>
        <pc:picChg chg="add mod">
          <ac:chgData name="Ingeniero Confiabilidad" userId="8d2f7956-38a7-4f2f-bab8-cd4bf7a98f86" providerId="ADAL" clId="{C24611D9-E3D6-5E81-909D-0E10074C759C}" dt="2026-08-12T05:11:17.402" v="19" actId="1076"/>
          <ac:picMkLst>
            <pc:docMk/>
            <pc:sldMk cId="1386252735" sldId="308"/>
            <ac:picMk id="8" creationId="{170AE9A0-7B8B-6FA9-DC09-13248CA6FEF2}"/>
          </ac:picMkLst>
        </pc:picChg>
      </pc:sldChg>
      <pc:sldChg chg="addSp delSp modSp mod">
        <pc:chgData name="Ingeniero Confiabilidad" userId="8d2f7956-38a7-4f2f-bab8-cd4bf7a98f86" providerId="ADAL" clId="{C24611D9-E3D6-5E81-909D-0E10074C759C}" dt="2026-08-12T05:12:15.656" v="26" actId="14100"/>
        <pc:sldMkLst>
          <pc:docMk/>
          <pc:sldMk cId="2265332362" sldId="311"/>
        </pc:sldMkLst>
        <pc:picChg chg="add mod">
          <ac:chgData name="Ingeniero Confiabilidad" userId="8d2f7956-38a7-4f2f-bab8-cd4bf7a98f86" providerId="ADAL" clId="{C24611D9-E3D6-5E81-909D-0E10074C759C}" dt="2026-08-12T05:12:15.656" v="26" actId="14100"/>
          <ac:picMkLst>
            <pc:docMk/>
            <pc:sldMk cId="2265332362" sldId="311"/>
            <ac:picMk id="5" creationId="{86F2C61D-B488-34FB-E7B2-0E3CFEA50830}"/>
          </ac:picMkLst>
        </pc:picChg>
        <pc:picChg chg="del">
          <ac:chgData name="Ingeniero Confiabilidad" userId="8d2f7956-38a7-4f2f-bab8-cd4bf7a98f86" providerId="ADAL" clId="{C24611D9-E3D6-5E81-909D-0E10074C759C}" dt="2026-08-12T05:11:27.005" v="20" actId="478"/>
          <ac:picMkLst>
            <pc:docMk/>
            <pc:sldMk cId="2265332362" sldId="311"/>
            <ac:picMk id="6" creationId="{582426CA-43E9-3DA4-2F88-CEBFB87B47FB}"/>
          </ac:picMkLst>
        </pc:picChg>
      </pc:sldChg>
      <pc:sldChg chg="del">
        <pc:chgData name="Ingeniero Confiabilidad" userId="8d2f7956-38a7-4f2f-bab8-cd4bf7a98f86" providerId="ADAL" clId="{C24611D9-E3D6-5E81-909D-0E10074C759C}" dt="2026-08-12T05:12:24.125" v="27" actId="2696"/>
        <pc:sldMkLst>
          <pc:docMk/>
          <pc:sldMk cId="1685861534" sldId="313"/>
        </pc:sldMkLst>
      </pc:sldChg>
      <pc:sldChg chg="del">
        <pc:chgData name="Ingeniero Confiabilidad" userId="8d2f7956-38a7-4f2f-bab8-cd4bf7a98f86" providerId="ADAL" clId="{C24611D9-E3D6-5E81-909D-0E10074C759C}" dt="2026-08-12T05:07:22.614" v="0" actId="2696"/>
        <pc:sldMkLst>
          <pc:docMk/>
          <pc:sldMk cId="1928250148" sldId="316"/>
        </pc:sldMkLst>
      </pc:sldChg>
      <pc:sldChg chg="modSp add mod setBg">
        <pc:chgData name="Ingeniero Confiabilidad" userId="8d2f7956-38a7-4f2f-bab8-cd4bf7a98f86" providerId="ADAL" clId="{C24611D9-E3D6-5E81-909D-0E10074C759C}" dt="2026-08-12T05:07:38.969" v="2" actId="732"/>
        <pc:sldMkLst>
          <pc:docMk/>
          <pc:sldMk cId="4243243133" sldId="316"/>
        </pc:sldMkLst>
        <pc:picChg chg="mod modCrop">
          <ac:chgData name="Ingeniero Confiabilidad" userId="8d2f7956-38a7-4f2f-bab8-cd4bf7a98f86" providerId="ADAL" clId="{C24611D9-E3D6-5E81-909D-0E10074C759C}" dt="2026-08-12T05:07:38.969" v="2" actId="732"/>
          <ac:picMkLst>
            <pc:docMk/>
            <pc:sldMk cId="4243243133" sldId="316"/>
            <ac:picMk id="8" creationId="{461D5654-DBC4-1497-1893-51229CC0F439}"/>
          </ac:picMkLst>
        </pc:picChg>
      </pc:sldChg>
      <pc:sldChg chg="modSp add mod setBg">
        <pc:chgData name="Ingeniero Confiabilidad" userId="8d2f7956-38a7-4f2f-bab8-cd4bf7a98f86" providerId="ADAL" clId="{C24611D9-E3D6-5E81-909D-0E10074C759C}" dt="2026-08-12T05:08:10.846" v="6" actId="732"/>
        <pc:sldMkLst>
          <pc:docMk/>
          <pc:sldMk cId="2046179254" sldId="318"/>
        </pc:sldMkLst>
        <pc:picChg chg="mod modCrop">
          <ac:chgData name="Ingeniero Confiabilidad" userId="8d2f7956-38a7-4f2f-bab8-cd4bf7a98f86" providerId="ADAL" clId="{C24611D9-E3D6-5E81-909D-0E10074C759C}" dt="2026-08-12T05:08:10.846" v="6" actId="732"/>
          <ac:picMkLst>
            <pc:docMk/>
            <pc:sldMk cId="2046179254" sldId="318"/>
            <ac:picMk id="6" creationId="{EF9B2E55-2FC9-CFF2-859C-00FADA00D6A9}"/>
          </ac:picMkLst>
        </pc:picChg>
      </pc:sldChg>
      <pc:sldChg chg="del">
        <pc:chgData name="Ingeniero Confiabilidad" userId="8d2f7956-38a7-4f2f-bab8-cd4bf7a98f86" providerId="ADAL" clId="{C24611D9-E3D6-5E81-909D-0E10074C759C}" dt="2026-08-12T05:07:22.614" v="0" actId="2696"/>
        <pc:sldMkLst>
          <pc:docMk/>
          <pc:sldMk cId="3574211490" sldId="318"/>
        </pc:sldMkLst>
      </pc:sldChg>
      <pc:sldChg chg="modSp add mod setBg">
        <pc:chgData name="Ingeniero Confiabilidad" userId="8d2f7956-38a7-4f2f-bab8-cd4bf7a98f86" providerId="ADAL" clId="{C24611D9-E3D6-5E81-909D-0E10074C759C}" dt="2026-08-12T05:08:04.362" v="5" actId="732"/>
        <pc:sldMkLst>
          <pc:docMk/>
          <pc:sldMk cId="77310216" sldId="319"/>
        </pc:sldMkLst>
        <pc:picChg chg="mod modCrop">
          <ac:chgData name="Ingeniero Confiabilidad" userId="8d2f7956-38a7-4f2f-bab8-cd4bf7a98f86" providerId="ADAL" clId="{C24611D9-E3D6-5E81-909D-0E10074C759C}" dt="2026-08-12T05:08:04.362" v="5" actId="732"/>
          <ac:picMkLst>
            <pc:docMk/>
            <pc:sldMk cId="77310216" sldId="319"/>
            <ac:picMk id="6" creationId="{E9FD0409-AA47-F30E-889A-0944B8102F97}"/>
          </ac:picMkLst>
        </pc:picChg>
      </pc:sldChg>
      <pc:sldChg chg="del">
        <pc:chgData name="Ingeniero Confiabilidad" userId="8d2f7956-38a7-4f2f-bab8-cd4bf7a98f86" providerId="ADAL" clId="{C24611D9-E3D6-5E81-909D-0E10074C759C}" dt="2026-08-12T05:07:22.614" v="0" actId="2696"/>
        <pc:sldMkLst>
          <pc:docMk/>
          <pc:sldMk cId="3277028725" sldId="319"/>
        </pc:sldMkLst>
      </pc:sldChg>
      <pc:sldChg chg="del">
        <pc:chgData name="Ingeniero Confiabilidad" userId="8d2f7956-38a7-4f2f-bab8-cd4bf7a98f86" providerId="ADAL" clId="{C24611D9-E3D6-5E81-909D-0E10074C759C}" dt="2026-08-12T05:07:22.614" v="0" actId="2696"/>
        <pc:sldMkLst>
          <pc:docMk/>
          <pc:sldMk cId="20486762" sldId="320"/>
        </pc:sldMkLst>
      </pc:sldChg>
      <pc:sldChg chg="modSp add mod setBg">
        <pc:chgData name="Ingeniero Confiabilidad" userId="8d2f7956-38a7-4f2f-bab8-cd4bf7a98f86" providerId="ADAL" clId="{C24611D9-E3D6-5E81-909D-0E10074C759C}" dt="2026-08-12T05:07:58.714" v="4" actId="732"/>
        <pc:sldMkLst>
          <pc:docMk/>
          <pc:sldMk cId="3544827777" sldId="320"/>
        </pc:sldMkLst>
        <pc:picChg chg="mod modCrop">
          <ac:chgData name="Ingeniero Confiabilidad" userId="8d2f7956-38a7-4f2f-bab8-cd4bf7a98f86" providerId="ADAL" clId="{C24611D9-E3D6-5E81-909D-0E10074C759C}" dt="2026-08-12T05:07:58.714" v="4" actId="732"/>
          <ac:picMkLst>
            <pc:docMk/>
            <pc:sldMk cId="3544827777" sldId="320"/>
            <ac:picMk id="6" creationId="{2C03BAAC-1E12-7584-CD25-023EA06B00F7}"/>
          </ac:picMkLst>
        </pc:picChg>
      </pc:sldChg>
      <pc:sldChg chg="del">
        <pc:chgData name="Ingeniero Confiabilidad" userId="8d2f7956-38a7-4f2f-bab8-cd4bf7a98f86" providerId="ADAL" clId="{C24611D9-E3D6-5E81-909D-0E10074C759C}" dt="2026-08-12T05:07:22.614" v="0" actId="2696"/>
        <pc:sldMkLst>
          <pc:docMk/>
          <pc:sldMk cId="2600924227" sldId="321"/>
        </pc:sldMkLst>
      </pc:sldChg>
      <pc:sldChg chg="modSp add mod setBg">
        <pc:chgData name="Ingeniero Confiabilidad" userId="8d2f7956-38a7-4f2f-bab8-cd4bf7a98f86" providerId="ADAL" clId="{C24611D9-E3D6-5E81-909D-0E10074C759C}" dt="2026-08-12T05:07:51.114" v="3" actId="732"/>
        <pc:sldMkLst>
          <pc:docMk/>
          <pc:sldMk cId="4106100811" sldId="321"/>
        </pc:sldMkLst>
        <pc:picChg chg="mod modCrop">
          <ac:chgData name="Ingeniero Confiabilidad" userId="8d2f7956-38a7-4f2f-bab8-cd4bf7a98f86" providerId="ADAL" clId="{C24611D9-E3D6-5E81-909D-0E10074C759C}" dt="2026-08-12T05:07:51.114" v="3" actId="732"/>
          <ac:picMkLst>
            <pc:docMk/>
            <pc:sldMk cId="4106100811" sldId="321"/>
            <ac:picMk id="6" creationId="{4573AA9D-2F76-C3AF-359F-8E7D756A4B06}"/>
          </ac:picMkLst>
        </pc:picChg>
      </pc:sldChg>
      <pc:sldChg chg="addSp delSp modSp mod">
        <pc:chgData name="Ingeniero Confiabilidad" userId="8d2f7956-38a7-4f2f-bab8-cd4bf7a98f86" providerId="ADAL" clId="{C24611D9-E3D6-5E81-909D-0E10074C759C}" dt="2026-08-12T05:17:23.083" v="33" actId="1076"/>
        <pc:sldMkLst>
          <pc:docMk/>
          <pc:sldMk cId="1741781445" sldId="323"/>
        </pc:sldMkLst>
        <pc:picChg chg="del">
          <ac:chgData name="Ingeniero Confiabilidad" userId="8d2f7956-38a7-4f2f-bab8-cd4bf7a98f86" providerId="ADAL" clId="{C24611D9-E3D6-5E81-909D-0E10074C759C}" dt="2026-08-12T05:16:35.768" v="28" actId="478"/>
          <ac:picMkLst>
            <pc:docMk/>
            <pc:sldMk cId="1741781445" sldId="323"/>
            <ac:picMk id="3" creationId="{CAB3A08E-CF87-44CA-E8EA-2E91E678DF19}"/>
          </ac:picMkLst>
        </pc:picChg>
        <pc:picChg chg="add mod">
          <ac:chgData name="Ingeniero Confiabilidad" userId="8d2f7956-38a7-4f2f-bab8-cd4bf7a98f86" providerId="ADAL" clId="{C24611D9-E3D6-5E81-909D-0E10074C759C}" dt="2026-08-12T05:17:23.083" v="33" actId="1076"/>
          <ac:picMkLst>
            <pc:docMk/>
            <pc:sldMk cId="1741781445" sldId="323"/>
            <ac:picMk id="7" creationId="{348F5FBC-4FF5-B6F6-6F91-175584E84F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4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dirty="0"/>
              <a:t>Presentar el desempeño de confiabilidad durante junio, evaluar el cumplimiento de las metas contractuales, analizar las principales desviaciones y definir acciones para reducir pérdidas operacionales y riesgos futuros.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63349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BE85-23E5-1189-9BF2-F4E572C1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2DA5-B898-34CA-F0BC-78D1209E7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5225-251B-8C8F-3964-D892B8047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0477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8AA1-44BB-2298-5D9B-5192792B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E1386-47E8-4190-2EB9-2B039D254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1C54D-755E-E4BB-570A-A160A46B8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7966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B7EC-545F-7B28-E7E2-5D06A63B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BC63F-D25D-42A5-62EC-55E803ED7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F1042-5A3F-AEAF-C33D-9D982A9E7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97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D80F-8626-F13E-F9A3-0E220CB6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CAB89-FB90-6E75-3FA4-BD1810D0A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B62A7-056A-A3FC-F3AF-CFC358910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 dirty="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 dirty="0">
                <a:solidFill>
                  <a:srgbClr val="C0392B"/>
                </a:solidFill>
              </a:rPr>
              <a:t>Nota: </a:t>
            </a:r>
            <a:r>
              <a:rPr lang="es-CO" sz="1050" i="1" dirty="0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32402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2726-B571-3222-F707-AD5094D1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40E89-8534-6291-F401-434CC19BB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8A4E-389B-E917-5EDD-807EBC836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 dirty="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 dirty="0">
                <a:solidFill>
                  <a:srgbClr val="C0392B"/>
                </a:solidFill>
              </a:rPr>
              <a:t>Nota: </a:t>
            </a:r>
            <a:r>
              <a:rPr lang="es-CO" sz="1050" i="1" dirty="0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08959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92888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24553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B3DD7-95FF-495C-AA7E-78B9ADBF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52336-B3F9-1AEF-BD9A-CB5D98266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4730B-E4D5-0777-2F96-5FEDE8BA5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483031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mostrar riesgos críticos, medidas de mitigación y fecha estimada de control.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14172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4BD8-7029-774A-50DE-CB096FB2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A8C6E-8A3B-1A00-AA34-709333FE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E3F8-6368-2DDD-7D6A-C8519F14F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mostrar riesgos críticos, medidas de mitigación y fecha estimada de control.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81989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51E9-2BC4-B36B-6B7F-68533AEF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9986F-4DD8-6F54-BBE5-36EC81BD1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783ED-6D52-10D7-9A97-238C107E1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408187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665D-3A92-DE4A-7E28-7A4A2A32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207AB-FD61-65DD-9216-D35468865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DEC0E-408E-8F6A-0F6E-6441CDF8A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308252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65C6-5C96-E327-1CDC-70202801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10C1E-FC78-383A-2141-4DA8B2EDF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DAFC9-F778-B485-4638-DE32A9D53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31466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DE14-8FF4-5044-4F19-324B3551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734E-E62B-3A85-3EFF-421EA4575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B37C1-41B7-05CC-94A8-53FB7FBA3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60979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B71C-CBF6-E15D-8B96-E33045D4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1DC8A-ADF1-7D2E-2A15-F245D0C8B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EC95B-A980-7083-01BC-C2CEA59C7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4729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0970-1E4A-AA4B-9593-4ECA125DB915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05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5ACE-6BDB-A247-BC95-F0846DB2012A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287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A8E62-FCB2-9845-B6A8-AE1F62243EFE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595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D242-79A1-5E49-A60F-0577B42E930E}" type="datetime1">
              <a:rPr lang="en-US" smtClean="0"/>
              <a:t>8/12/26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7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F2F2-0182-064D-A413-696AEFCF8200}" type="datetime1">
              <a:rPr lang="en-US" smtClean="0"/>
              <a:t>8/12/26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51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B6FB-D386-F843-9710-BAF11E5E9883}" type="datetime1">
              <a:rPr lang="en-US" smtClean="0"/>
              <a:t>8/12/26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14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6F7E-CC79-D849-B8A9-F23F10B61939}" type="datetime1">
              <a:rPr lang="en-US" smtClean="0"/>
              <a:t>8/12/26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27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0F8CE-00A8-5346-AFEF-4CBB5BCF9735}" type="datetime1">
              <a:rPr lang="en-US" smtClean="0"/>
              <a:t>8/12/26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609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E5D-47BE-8042-BAB2-46E5AEBA111A}" type="datetime1">
              <a:rPr lang="en-US" smtClean="0"/>
              <a:t>8/12/26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717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7DD-1172-AF4D-9AB6-3E1B3BCB7397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879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6348-0918-A948-9EFB-C05F69168615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44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18A9D-3F41-E448-9B3C-95DC8B4A49BB}" type="datetime1">
              <a:rPr lang="en-US" smtClean="0"/>
              <a:t>8/12/26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308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40764" y="1780000"/>
            <a:ext cx="6954097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2000" b="1" spc="200">
                <a:solidFill>
                  <a:srgbClr val="C0392B"/>
                </a:solidFill>
              </a:rPr>
              <a:t>INFORME MENSUAL</a:t>
            </a:r>
          </a:p>
        </p:txBody>
      </p:sp>
      <p:sp>
        <p:nvSpPr>
          <p:cNvPr id="5" name="TituloGrande"/>
          <p:cNvSpPr txBox="1"/>
          <p:nvPr/>
        </p:nvSpPr>
        <p:spPr>
          <a:xfrm>
            <a:off x="1040764" y="2230000"/>
            <a:ext cx="6954097" cy="12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85000" lnSpcReduction="10000"/>
          </a:bodyPr>
          <a:lstStyle/>
          <a:p>
            <a:r>
              <a:rPr lang="es-CO" sz="4400" b="1" noProof="0">
                <a:ln w="0"/>
                <a:solidFill>
                  <a:srgbClr val="172D4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INFORME DE CONFIABILIDAD</a:t>
            </a:r>
          </a:p>
          <a:p>
            <a:r>
              <a:rPr lang="es-CO" sz="2800" b="1">
                <a:solidFill>
                  <a:srgbClr val="C0392B"/>
                </a:solidFill>
              </a:rPr>
              <a:t>JULIO 2026</a:t>
            </a:r>
          </a:p>
        </p:txBody>
      </p:sp>
      <p:cxnSp>
        <p:nvCxnSpPr>
          <p:cNvPr id="12" name="Conector"/>
          <p:cNvCxnSpPr>
            <a:cxnSpLocks/>
          </p:cNvCxnSpPr>
          <p:nvPr/>
        </p:nvCxnSpPr>
        <p:spPr>
          <a:xfrm>
            <a:off x="1184062" y="3620000"/>
            <a:ext cx="2374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ulo"/>
          <p:cNvSpPr txBox="1"/>
          <p:nvPr/>
        </p:nvSpPr>
        <p:spPr>
          <a:xfrm>
            <a:off x="1040764" y="4148524"/>
            <a:ext cx="6954097" cy="3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1600" b="1">
                <a:solidFill>
                  <a:srgbClr val="1E3A5F"/>
                </a:solidFill>
              </a:rPr>
              <a:t>PARQUE DE GENERACIÓN COSTAYACO – VONU</a:t>
            </a:r>
          </a:p>
        </p:txBody>
      </p:sp>
      <p:sp>
        <p:nvSpPr>
          <p:cNvPr id="6" name="Descripcion"/>
          <p:cNvSpPr txBox="1"/>
          <p:nvPr/>
        </p:nvSpPr>
        <p:spPr>
          <a:xfrm>
            <a:off x="1517000" y="5437047"/>
            <a:ext cx="6110000" cy="12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s-CO" sz="1200"/>
              <a:t>Presentación mensual de resultados operacionales, desempeño de activos, eventos relevantes, riesgos y planes de acción para asegurar la continuidad y confiabilidad del sistema de generación.</a:t>
            </a:r>
          </a:p>
        </p:txBody>
      </p:sp>
      <p:sp>
        <p:nvSpPr>
          <p:cNvPr id="4" name="Descripcion">
            <a:extLst>
              <a:ext uri="{FF2B5EF4-FFF2-40B4-BE49-F238E27FC236}">
                <a16:creationId xmlns:a16="http://schemas.microsoft.com/office/drawing/2014/main" id="{A59ABC13-4C87-B9D4-A3FB-7098D18C2A04}"/>
              </a:ext>
            </a:extLst>
          </p:cNvPr>
          <p:cNvSpPr txBox="1"/>
          <p:nvPr/>
        </p:nvSpPr>
        <p:spPr>
          <a:xfrm>
            <a:off x="1040764" y="4528524"/>
            <a:ext cx="3261828" cy="48585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lang="es-CO" sz="1200"/>
              <a:t>Gustavo Arteaga</a:t>
            </a:r>
            <a:br>
              <a:rPr lang="es-CO" sz="1200"/>
            </a:br>
            <a:r>
              <a:rPr lang="es-CO" sz="1200" err="1"/>
              <a:t>innovacion.confiabilidad@copower.com.co</a:t>
            </a:r>
            <a:br>
              <a:rPr lang="es-CO" sz="1200"/>
            </a:br>
            <a:endParaRPr lang="es-CO" sz="12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7415C-C8ED-D187-825D-6B891858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686F8-2AC8-D6FD-0500-CFB9663AA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C68D67E3-1239-951B-ED1C-B300928297B9}"/>
              </a:ext>
            </a:extLst>
          </p:cNvPr>
          <p:cNvSpPr txBox="1"/>
          <p:nvPr/>
        </p:nvSpPr>
        <p:spPr>
          <a:xfrm>
            <a:off x="557323" y="1065727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Resumen ejecutivo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23CA7-0A7B-5091-8C23-A6875E7C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6FA0A1-0932-1521-59F0-5FA246475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8" t="9700" r="1301" b="3136"/>
          <a:stretch>
            <a:fillRect/>
          </a:stretch>
        </p:blipFill>
        <p:spPr>
          <a:xfrm>
            <a:off x="128186" y="1469895"/>
            <a:ext cx="8851790" cy="3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27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A956C-B535-0553-49C8-D98E914E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A19A52C4-C79A-3180-6CC6-61FD268A5B38}"/>
              </a:ext>
            </a:extLst>
          </p:cNvPr>
          <p:cNvSpPr txBox="1"/>
          <p:nvPr/>
        </p:nvSpPr>
        <p:spPr>
          <a:xfrm>
            <a:off x="483818" y="1080428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Análisis de disponibilidad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D3094B-7F0E-49ED-9705-A410BA1C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</a:t>
            </a:fld>
            <a:endParaRPr lang="es-C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AE9A0-7B8B-6FA9-DC09-13248CA6F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t="3524" r="833" b="2901"/>
          <a:stretch>
            <a:fillRect/>
          </a:stretch>
        </p:blipFill>
        <p:spPr>
          <a:xfrm>
            <a:off x="124281" y="1704253"/>
            <a:ext cx="8895438" cy="328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2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B6E42-197C-43EB-C55C-784237BF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F5A930C7-69D1-6897-A897-BE0F37938112}"/>
              </a:ext>
            </a:extLst>
          </p:cNvPr>
          <p:cNvSpPr txBox="1"/>
          <p:nvPr/>
        </p:nvSpPr>
        <p:spPr>
          <a:xfrm>
            <a:off x="276101" y="77084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 dirty="0">
                <a:solidFill>
                  <a:srgbClr val="1E3A5F"/>
                </a:solidFill>
              </a:rPr>
              <a:t>Indicadores de desempeño por máquina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D09F73-17DD-86D4-CF88-79ECE352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4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2C61D-B488-34FB-E7B2-0E3CFEA50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6527" r="1621" b="2246"/>
          <a:stretch>
            <a:fillRect/>
          </a:stretch>
        </p:blipFill>
        <p:spPr>
          <a:xfrm>
            <a:off x="945894" y="1136590"/>
            <a:ext cx="6802081" cy="495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32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2FF1C-7EDE-0B92-3BF5-EF4DFB98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6985DFBD-73BB-9F4D-F3AB-C0EF62E1D55F}"/>
              </a:ext>
            </a:extLst>
          </p:cNvPr>
          <p:cNvSpPr txBox="1"/>
          <p:nvPr/>
        </p:nvSpPr>
        <p:spPr>
          <a:xfrm>
            <a:off x="741085" y="933418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Detalle de la generación.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39C47D-2CD8-21F9-D775-3AD96C32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5</a:t>
            </a:fld>
            <a:endParaRPr lang="es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78D5E-6E7F-F006-BF7A-CFF41FB5D6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" t="3201" r="1422" b="3347"/>
          <a:stretch>
            <a:fillRect/>
          </a:stretch>
        </p:blipFill>
        <p:spPr>
          <a:xfrm>
            <a:off x="319933" y="1390828"/>
            <a:ext cx="8380614" cy="407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58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B2F7A-CB60-514E-5F18-7809340A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7656BD8-4FCB-A5D3-4743-1807E9AB53FE}"/>
              </a:ext>
            </a:extLst>
          </p:cNvPr>
          <p:cNvSpPr txBox="1"/>
          <p:nvPr/>
        </p:nvSpPr>
        <p:spPr>
          <a:xfrm>
            <a:off x="763136" y="99222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Análisis de confiabilidad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A076F-9A67-05CE-2A80-1656E8EC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6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483663-2831-D753-BA42-03DAB38236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" t="1948" r="1100" b="25551"/>
          <a:stretch>
            <a:fillRect/>
          </a:stretch>
        </p:blipFill>
        <p:spPr>
          <a:xfrm>
            <a:off x="422019" y="1721795"/>
            <a:ext cx="8351761" cy="326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27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754903" y="933239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6F5642-A7B7-3795-37AC-921EF6C5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7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49A48-3BAA-B5FE-0F10-47A91E1FF80D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818867-50A3-0D8A-8150-8CC89CEB3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0491" r="1194" b="2588"/>
          <a:stretch>
            <a:fillRect/>
          </a:stretch>
        </p:blipFill>
        <p:spPr>
          <a:xfrm>
            <a:off x="145642" y="1403239"/>
            <a:ext cx="8852715" cy="381995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515962" y="868099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Eventos repetitivos y malos actores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99AE2-28E6-D053-D9CF-449CCED6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8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399C1-7C6A-96FC-8B1A-2C09EBEE42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5" t="7370" r="1269" b="1763"/>
          <a:stretch>
            <a:fillRect/>
          </a:stretch>
        </p:blipFill>
        <p:spPr>
          <a:xfrm>
            <a:off x="215758" y="1427147"/>
            <a:ext cx="8712484" cy="424725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5A7C5-CC52-81B2-846A-FFF17F62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3C00B8D7-04E3-A7DA-F4B9-F3E345BE3D36}"/>
              </a:ext>
            </a:extLst>
          </p:cNvPr>
          <p:cNvSpPr txBox="1"/>
          <p:nvPr/>
        </p:nvSpPr>
        <p:spPr>
          <a:xfrm>
            <a:off x="515962" y="868099"/>
            <a:ext cx="7210549" cy="47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Plan de mantenimiento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BFDB26-E16F-5D2A-3332-B7A57C8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9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A396F-C01F-531E-9ADB-CF9C52565A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9" t="6759" r="1197" b="1637"/>
          <a:stretch>
            <a:fillRect/>
          </a:stretch>
        </p:blipFill>
        <p:spPr>
          <a:xfrm>
            <a:off x="225405" y="1267122"/>
            <a:ext cx="8715272" cy="43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25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06AE9-C05A-5798-2CC7-29F63A28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80A87500-E30B-5087-3D98-3E93D79F124C}"/>
              </a:ext>
            </a:extLst>
          </p:cNvPr>
          <p:cNvSpPr txBox="1"/>
          <p:nvPr/>
        </p:nvSpPr>
        <p:spPr>
          <a:xfrm>
            <a:off x="400063" y="969756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Mínimos de inventario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38772-AC51-9BAE-703B-6217FBFE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10</a:t>
            </a:fld>
            <a:endParaRPr lang="es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E27E5-6F5E-66B4-5AD4-7CDC937CD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1" t="6639" r="707" b="4527"/>
          <a:stretch>
            <a:fillRect/>
          </a:stretch>
        </p:blipFill>
        <p:spPr>
          <a:xfrm>
            <a:off x="255625" y="1672839"/>
            <a:ext cx="8632749" cy="351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6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496292" y="109136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 de degradación y riesgos</a:t>
            </a:r>
          </a:p>
        </p:txBody>
      </p:sp>
      <p:sp>
        <p:nvSpPr>
          <p:cNvPr id="2" name="Contenido"/>
          <p:cNvSpPr txBox="1"/>
          <p:nvPr/>
        </p:nvSpPr>
        <p:spPr>
          <a:xfrm>
            <a:off x="966723" y="223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100"/>
              <a:t>Se evaluaron tendencias de condición y degradación que puedan afectar la continuidad, capacidad o confiabilidad del sistema de generación. Los riesgos fueron priorizados según probabilidad, impacto y urgencia de intervención.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9F6BC-D4CE-B462-7E54-8BC70A01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11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AD09BF-3B8E-3F54-35AD-A8DC11E7C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5" y="1826283"/>
            <a:ext cx="8842749" cy="332683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08A11-4D49-118F-3A81-2C5D1F5D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7DA60309-4836-744A-C8DD-4BFD4B548057}"/>
              </a:ext>
            </a:extLst>
          </p:cNvPr>
          <p:cNvSpPr txBox="1"/>
          <p:nvPr/>
        </p:nvSpPr>
        <p:spPr>
          <a:xfrm>
            <a:off x="319881" y="946033"/>
            <a:ext cx="7210549" cy="47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Eficiencia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2909-A166-8C17-0301-C0ABADB9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12</a:t>
            </a:fld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C811569-11B9-35BD-BF7C-0D279F7F2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6" y="1416033"/>
            <a:ext cx="8892388" cy="39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81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635AC-4827-0293-A5D0-C48B0020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36DB21E0-ED6C-25C1-41E0-37011E096C5A}"/>
              </a:ext>
            </a:extLst>
          </p:cNvPr>
          <p:cNvSpPr txBox="1"/>
          <p:nvPr/>
        </p:nvSpPr>
        <p:spPr>
          <a:xfrm>
            <a:off x="966723" y="1245724"/>
            <a:ext cx="7210549" cy="47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Conclusiones.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CD3D2-0E0D-6D58-2EA8-7461C632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13</a:t>
            </a:fld>
            <a:endParaRPr lang="es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15A9E-488D-E61F-EE7D-F248E81D7C4B}"/>
              </a:ext>
            </a:extLst>
          </p:cNvPr>
          <p:cNvSpPr txBox="1"/>
          <p:nvPr/>
        </p:nvSpPr>
        <p:spPr>
          <a:xfrm>
            <a:off x="967482" y="1712959"/>
            <a:ext cx="7390699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 Brecha de </a:t>
            </a:r>
            <a:r>
              <a:rPr lang="en-US" dirty="0" err="1">
                <a:ea typeface="+mn-lt"/>
                <a:cs typeface="+mn-lt"/>
              </a:rPr>
              <a:t>disponibilidad</a:t>
            </a:r>
            <a:r>
              <a:rPr lang="en-US" dirty="0">
                <a:ea typeface="+mn-lt"/>
                <a:cs typeface="+mn-lt"/>
              </a:rPr>
              <a:t>, GTE </a:t>
            </a:r>
            <a:r>
              <a:rPr lang="en-US" dirty="0" err="1">
                <a:ea typeface="+mn-lt"/>
                <a:cs typeface="+mn-lt"/>
              </a:rPr>
              <a:t>reporta</a:t>
            </a:r>
            <a:r>
              <a:rPr lang="en-US" dirty="0">
                <a:ea typeface="+mn-lt"/>
                <a:cs typeface="+mn-lt"/>
              </a:rPr>
              <a:t> 80.65 % y COPOWER 97.73 % con la </a:t>
            </a:r>
            <a:r>
              <a:rPr lang="en-US" dirty="0" err="1">
                <a:ea typeface="+mn-lt"/>
                <a:cs typeface="+mn-lt"/>
              </a:rPr>
              <a:t>misma</a:t>
            </a:r>
            <a:r>
              <a:rPr lang="en-US" dirty="0">
                <a:ea typeface="+mn-lt"/>
                <a:cs typeface="+mn-lt"/>
              </a:rPr>
              <a:t> base (OP + SB)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Confiabilidad 100.00 %. 5 FO-GE-033 del </a:t>
            </a:r>
            <a:r>
              <a:rPr lang="en-US" dirty="0" err="1">
                <a:ea typeface="+mn-lt"/>
                <a:cs typeface="+mn-lt"/>
              </a:rPr>
              <a:t>periodo</a:t>
            </a:r>
            <a:r>
              <a:rPr lang="en-US" dirty="0">
                <a:ea typeface="+mn-lt"/>
                <a:cs typeface="+mn-lt"/>
              </a:rPr>
              <a:t>, 0 </a:t>
            </a:r>
            <a:r>
              <a:rPr lang="en-US" dirty="0" err="1">
                <a:ea typeface="+mn-lt"/>
                <a:cs typeface="+mn-lt"/>
              </a:rPr>
              <a:t>imputables</a:t>
            </a:r>
            <a:r>
              <a:rPr lang="en-US" dirty="0">
                <a:ea typeface="+mn-lt"/>
                <a:cs typeface="+mn-lt"/>
              </a:rPr>
              <a:t> al </a:t>
            </a:r>
            <a:r>
              <a:rPr lang="en-US" dirty="0" err="1">
                <a:ea typeface="+mn-lt"/>
                <a:cs typeface="+mn-lt"/>
              </a:rPr>
              <a:t>contratista</a:t>
            </a:r>
            <a:r>
              <a:rPr lang="en-US" dirty="0">
                <a:ea typeface="+mn-lt"/>
                <a:cs typeface="+mn-lt"/>
              </a:rPr>
              <a:t>; el </a:t>
            </a:r>
            <a:r>
              <a:rPr lang="en-US" dirty="0" err="1">
                <a:ea typeface="+mn-lt"/>
                <a:cs typeface="+mn-lt"/>
              </a:rPr>
              <a:t>origen</a:t>
            </a:r>
            <a:r>
              <a:rPr lang="en-US" dirty="0">
                <a:ea typeface="+mn-lt"/>
                <a:cs typeface="+mn-lt"/>
              </a:rPr>
              <a:t> es </a:t>
            </a:r>
            <a:r>
              <a:rPr lang="en-US" dirty="0" err="1">
                <a:ea typeface="+mn-lt"/>
                <a:cs typeface="+mn-lt"/>
              </a:rPr>
              <a:t>externo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equipos</a:t>
            </a:r>
            <a:r>
              <a:rPr lang="en-US" dirty="0">
                <a:ea typeface="+mn-lt"/>
                <a:cs typeface="+mn-lt"/>
              </a:rPr>
              <a:t> de copower  (</a:t>
            </a:r>
            <a:r>
              <a:rPr lang="en-US" dirty="0" err="1">
                <a:ea typeface="+mn-lt"/>
                <a:cs typeface="+mn-lt"/>
              </a:rPr>
              <a:t>cascadas</a:t>
            </a:r>
            <a:r>
              <a:rPr lang="en-US" dirty="0">
                <a:ea typeface="+mn-lt"/>
                <a:cs typeface="+mn-lt"/>
              </a:rPr>
              <a:t> MRU y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 de red).</a:t>
            </a:r>
            <a:endParaRPr lang="en-CO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Recurrencia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acotada</a:t>
            </a:r>
            <a:r>
              <a:rPr lang="en-US" dirty="0">
                <a:ea typeface="+mn-lt"/>
                <a:cs typeface="+mn-lt"/>
              </a:rPr>
              <a:t>. 16 </a:t>
            </a:r>
            <a:r>
              <a:rPr lang="en-US" dirty="0" err="1">
                <a:ea typeface="+mn-lt"/>
                <a:cs typeface="+mn-lt"/>
              </a:rPr>
              <a:t>unidades</a:t>
            </a:r>
            <a:r>
              <a:rPr lang="en-US" dirty="0">
                <a:ea typeface="+mn-lt"/>
                <a:cs typeface="+mn-lt"/>
              </a:rPr>
              <a:t> con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de un </a:t>
            </a:r>
            <a:r>
              <a:rPr lang="en-US" dirty="0" err="1">
                <a:ea typeface="+mn-lt"/>
                <a:cs typeface="+mn-lt"/>
              </a:rPr>
              <a:t>evento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sobre</a:t>
            </a:r>
            <a:r>
              <a:rPr lang="en-US" dirty="0">
                <a:ea typeface="+mn-lt"/>
                <a:cs typeface="+mn-lt"/>
              </a:rPr>
              <a:t> 109 </a:t>
            </a:r>
            <a:r>
              <a:rPr lang="en-US" dirty="0" err="1">
                <a:ea typeface="+mn-lt"/>
                <a:cs typeface="+mn-lt"/>
              </a:rPr>
              <a:t>registros</a:t>
            </a:r>
            <a:r>
              <a:rPr lang="en-US" dirty="0">
                <a:ea typeface="+mn-lt"/>
                <a:cs typeface="+mn-lt"/>
              </a:rPr>
              <a:t>; </a:t>
            </a:r>
            <a:r>
              <a:rPr lang="en-US" dirty="0" err="1">
                <a:ea typeface="+mn-lt"/>
                <a:cs typeface="+mn-lt"/>
              </a:rPr>
              <a:t>foco</a:t>
            </a:r>
            <a:r>
              <a:rPr lang="en-US" dirty="0">
                <a:ea typeface="+mn-lt"/>
                <a:cs typeface="+mn-lt"/>
              </a:rPr>
              <a:t> CPW02 con 11 </a:t>
            </a:r>
            <a:r>
              <a:rPr lang="en-US" dirty="0" err="1">
                <a:ea typeface="+mn-lt"/>
                <a:cs typeface="+mn-lt"/>
              </a:rPr>
              <a:t>eventos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Plan de </a:t>
            </a:r>
            <a:r>
              <a:rPr lang="en-US" dirty="0" err="1">
                <a:ea typeface="+mn-lt"/>
                <a:cs typeface="+mn-lt"/>
              </a:rPr>
              <a:t>mantenimiento</a:t>
            </a:r>
            <a:r>
              <a:rPr lang="en-US" dirty="0">
                <a:ea typeface="+mn-lt"/>
                <a:cs typeface="+mn-lt"/>
              </a:rPr>
              <a:t> al día. 19/19 </a:t>
            </a:r>
            <a:r>
              <a:rPr lang="en-US" dirty="0" err="1">
                <a:ea typeface="+mn-lt"/>
                <a:cs typeface="+mn-lt"/>
              </a:rPr>
              <a:t>intervenciones</a:t>
            </a:r>
            <a:r>
              <a:rPr lang="en-US" dirty="0">
                <a:ea typeface="+mn-lt"/>
                <a:cs typeface="+mn-lt"/>
              </a:rPr>
              <a:t> y 372 de 372 h MTO </a:t>
            </a:r>
            <a:r>
              <a:rPr lang="en-US" dirty="0" err="1">
                <a:ea typeface="+mn-lt"/>
                <a:cs typeface="+mn-lt"/>
              </a:rPr>
              <a:t>ejecutadas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  <a:p>
            <a:pPr rtl="0">
              <a:buNone/>
            </a:pP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6176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584498" y="1245724"/>
            <a:ext cx="7210549" cy="47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Acciones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29F82-B4C5-195C-F23E-11B5C3F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14</a:t>
            </a:fld>
            <a:endParaRPr lang="es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AB1DB-22F5-5362-06A6-2DDEF40F722A}"/>
              </a:ext>
            </a:extLst>
          </p:cNvPr>
          <p:cNvSpPr txBox="1"/>
          <p:nvPr/>
        </p:nvSpPr>
        <p:spPr>
          <a:xfrm>
            <a:off x="581436" y="1910984"/>
            <a:ext cx="7981122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Intervenir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activos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menor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salud</a:t>
            </a:r>
            <a:r>
              <a:rPr lang="en-US" dirty="0">
                <a:ea typeface="+mn-lt"/>
                <a:cs typeface="+mn-lt"/>
              </a:rPr>
              <a:t> (MRU ) y </a:t>
            </a:r>
            <a:r>
              <a:rPr lang="en-US" dirty="0" err="1">
                <a:ea typeface="+mn-lt"/>
                <a:cs typeface="+mn-lt"/>
              </a:rPr>
              <a:t>sostener</a:t>
            </a:r>
            <a:r>
              <a:rPr lang="en-US" dirty="0">
                <a:ea typeface="+mn-lt"/>
                <a:cs typeface="+mn-lt"/>
              </a:rPr>
              <a:t> el plan AGC4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CPW01, CPW02 y CPW03.</a:t>
            </a:r>
            <a:endParaRPr lang="en-CO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Reponer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ítems</a:t>
            </a:r>
            <a:r>
              <a:rPr lang="en-US" dirty="0">
                <a:ea typeface="+mn-lt"/>
                <a:cs typeface="+mn-lt"/>
              </a:rPr>
              <a:t> bajo </a:t>
            </a:r>
            <a:r>
              <a:rPr lang="en-US" dirty="0" err="1">
                <a:ea typeface="+mn-lt"/>
                <a:cs typeface="+mn-lt"/>
              </a:rPr>
              <a:t>mínimo</a:t>
            </a:r>
            <a:r>
              <a:rPr lang="en-US" dirty="0">
                <a:ea typeface="+mn-lt"/>
                <a:cs typeface="+mn-lt"/>
              </a:rPr>
              <a:t> de 221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catálogo</a:t>
            </a:r>
            <a:r>
              <a:rPr lang="en-US" dirty="0">
                <a:ea typeface="+mn-lt"/>
                <a:cs typeface="+mn-lt"/>
              </a:rPr>
              <a:t> antes del </a:t>
            </a:r>
            <a:r>
              <a:rPr lang="en-US" dirty="0" err="1">
                <a:ea typeface="+mn-lt"/>
                <a:cs typeface="+mn-lt"/>
              </a:rPr>
              <a:t>siguiente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ciclo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preventivo</a:t>
            </a:r>
            <a:r>
              <a:rPr lang="en-US" dirty="0">
                <a:ea typeface="+mn-lt"/>
                <a:cs typeface="+mn-lt"/>
              </a:rPr>
              <a:t>.</a:t>
            </a:r>
            <a:endParaRPr lang="en-CO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2D07-75AE-9790-4893-7BAE49BA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8589ED64-154B-0D82-6BBD-2A5CED7AD653}"/>
              </a:ext>
            </a:extLst>
          </p:cNvPr>
          <p:cNvSpPr txBox="1"/>
          <p:nvPr/>
        </p:nvSpPr>
        <p:spPr>
          <a:xfrm>
            <a:off x="607894" y="889136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7AB353-303A-534B-AF00-44F60C9A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15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1148C-18EA-79BC-077B-571AB32414DC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61D5654-DBC4-1497-1893-51229CC0F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6"/>
          <a:stretch>
            <a:fillRect/>
          </a:stretch>
        </p:blipFill>
        <p:spPr>
          <a:xfrm>
            <a:off x="400473" y="1506828"/>
            <a:ext cx="8375140" cy="40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4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3CDE-9A00-1C2F-4600-EDD55979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597CE3F-C146-18CF-0936-2043DFF7CCB7}"/>
              </a:ext>
            </a:extLst>
          </p:cNvPr>
          <p:cNvSpPr txBox="1"/>
          <p:nvPr/>
        </p:nvSpPr>
        <p:spPr>
          <a:xfrm>
            <a:off x="534389" y="940589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8D3E5C-D9E2-222E-5E17-EE8FD1A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16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CD177-9338-10AF-4684-4D203BACFBD1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B2E55-2FC9-CFF2-859C-00FADA00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03"/>
          <a:stretch>
            <a:fillRect/>
          </a:stretch>
        </p:blipFill>
        <p:spPr>
          <a:xfrm>
            <a:off x="519425" y="1584101"/>
            <a:ext cx="8052601" cy="411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7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9477-C4E9-6CDF-2ED6-168BE935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FCE45CC-D407-F69F-5364-646B5D8DBB5C}"/>
              </a:ext>
            </a:extLst>
          </p:cNvPr>
          <p:cNvSpPr txBox="1"/>
          <p:nvPr/>
        </p:nvSpPr>
        <p:spPr>
          <a:xfrm>
            <a:off x="460884" y="97734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909A3-2022-F943-5E8E-1CA3B96C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17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FCE72-3F10-E10F-9458-732AE0AF405B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D0409-AA47-F30E-889A-0944B8102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8" t="3816" r="243" b="13935"/>
          <a:stretch>
            <a:fillRect/>
          </a:stretch>
        </p:blipFill>
        <p:spPr>
          <a:xfrm>
            <a:off x="448399" y="1596980"/>
            <a:ext cx="8413480" cy="37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1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5B46-30BA-5B16-4488-41C3A044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75484440-834C-2C29-7D9B-CDBCF27296AD}"/>
              </a:ext>
            </a:extLst>
          </p:cNvPr>
          <p:cNvSpPr txBox="1"/>
          <p:nvPr/>
        </p:nvSpPr>
        <p:spPr>
          <a:xfrm>
            <a:off x="460884" y="1050846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295583-FAF4-32DD-E19F-C8D11AB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18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3E943-C499-55EF-78D3-25FF2037A820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03BAAC-1E12-7584-CD25-023EA06B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" t="3474" r="-289" b="13775"/>
          <a:stretch>
            <a:fillRect/>
          </a:stretch>
        </p:blipFill>
        <p:spPr>
          <a:xfrm>
            <a:off x="456930" y="1880315"/>
            <a:ext cx="8249499" cy="388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2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75B5-BC61-12CA-F96F-C5F21606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4E2EFF04-D94C-4948-E573-A7E32528E538}"/>
              </a:ext>
            </a:extLst>
          </p:cNvPr>
          <p:cNvSpPr txBox="1"/>
          <p:nvPr/>
        </p:nvSpPr>
        <p:spPr>
          <a:xfrm>
            <a:off x="534389" y="97734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4DDE63-76DD-5D0B-DBB8-F42182C9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19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7BFEF-BEB4-D68C-BADD-DF6B40C4734F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3AA9D-2F76-C3AF-359F-8E7D756A4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61"/>
          <a:stretch>
            <a:fillRect/>
          </a:stretch>
        </p:blipFill>
        <p:spPr>
          <a:xfrm>
            <a:off x="533690" y="1609858"/>
            <a:ext cx="8004090" cy="366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1225</Words>
  <Application>Microsoft Macintosh PowerPoint</Application>
  <PresentationFormat>Carta (216 x 279 mm)</PresentationFormat>
  <Paragraphs>90</Paragraphs>
  <Slides>19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David Arciniegas Amaya</dc:creator>
  <cp:lastModifiedBy>Ingeniero Confiabilidad</cp:lastModifiedBy>
  <cp:revision>1</cp:revision>
  <dcterms:created xsi:type="dcterms:W3CDTF">2025-10-30T15:34:26Z</dcterms:created>
  <dcterms:modified xsi:type="dcterms:W3CDTF">2026-08-12T15:13:18Z</dcterms:modified>
</cp:coreProperties>
</file>